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72" r:id="rId2"/>
    <p:sldId id="1398" r:id="rId3"/>
    <p:sldId id="1369" r:id="rId4"/>
    <p:sldId id="1335" r:id="rId5"/>
    <p:sldId id="1370" r:id="rId6"/>
    <p:sldId id="1378" r:id="rId7"/>
    <p:sldId id="1397" r:id="rId8"/>
    <p:sldId id="1427" r:id="rId9"/>
    <p:sldId id="1381" r:id="rId10"/>
    <p:sldId id="1382" r:id="rId11"/>
    <p:sldId id="1383" r:id="rId12"/>
    <p:sldId id="1384" r:id="rId13"/>
    <p:sldId id="1385" r:id="rId14"/>
    <p:sldId id="1411" r:id="rId15"/>
    <p:sldId id="1399" r:id="rId16"/>
    <p:sldId id="1412" r:id="rId17"/>
    <p:sldId id="1417" r:id="rId18"/>
    <p:sldId id="1395" r:id="rId19"/>
    <p:sldId id="1415" r:id="rId20"/>
    <p:sldId id="1414" r:id="rId21"/>
    <p:sldId id="1413" r:id="rId22"/>
    <p:sldId id="1424" r:id="rId23"/>
    <p:sldId id="274" r:id="rId24"/>
    <p:sldId id="1418" r:id="rId25"/>
    <p:sldId id="1422" r:id="rId26"/>
    <p:sldId id="1423" r:id="rId27"/>
    <p:sldId id="1389" r:id="rId28"/>
    <p:sldId id="1403" r:id="rId29"/>
    <p:sldId id="1404" r:id="rId30"/>
    <p:sldId id="1426" r:id="rId31"/>
    <p:sldId id="270" r:id="rId32"/>
    <p:sldId id="1405" r:id="rId33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88"/>
    <p:restoredTop sz="64122"/>
  </p:normalViewPr>
  <p:slideViewPr>
    <p:cSldViewPr snapToGrid="0">
      <p:cViewPr varScale="1">
        <p:scale>
          <a:sx n="70" d="100"/>
          <a:sy n="70" d="100"/>
        </p:scale>
        <p:origin x="1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B0DE0-3A5E-4AC0-A656-92D4B1490F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2C200B7-3286-4A71-B265-BCF44370683A}">
      <dgm:prSet/>
      <dgm:spPr/>
      <dgm:t>
        <a:bodyPr/>
        <a:lstStyle/>
        <a:p>
          <a:r>
            <a:rPr lang="en-US" dirty="0"/>
            <a:t>1-The authors say they used </a:t>
          </a:r>
          <a:r>
            <a:rPr lang="en-US" b="1" dirty="0"/>
            <a:t>GENCODE v38</a:t>
          </a:r>
          <a:r>
            <a:rPr lang="en-US" dirty="0"/>
            <a:t>, but many of the lncRNA IDs in the </a:t>
          </a:r>
          <a:r>
            <a:rPr lang="en-US" b="1" dirty="0"/>
            <a:t>GEO </a:t>
          </a:r>
          <a:r>
            <a:rPr lang="en-US" dirty="0"/>
            <a:t>processed table and in the paper’s top genes were not present in </a:t>
          </a:r>
          <a:r>
            <a:rPr lang="en-US" b="1" dirty="0"/>
            <a:t>GENCODE v38</a:t>
          </a:r>
          <a:r>
            <a:rPr lang="en-US" dirty="0"/>
            <a:t>.  When I scanned </a:t>
          </a:r>
          <a:r>
            <a:rPr lang="en-US" b="1" dirty="0"/>
            <a:t>GENCODE </a:t>
          </a:r>
          <a:r>
            <a:rPr lang="en-US" dirty="0"/>
            <a:t>releases, these IDs were more consistent with </a:t>
          </a:r>
          <a:r>
            <a:rPr lang="en-US" b="1" dirty="0"/>
            <a:t>GENCODE v37</a:t>
          </a:r>
          <a:r>
            <a:rPr lang="en-US" dirty="0"/>
            <a:t>. </a:t>
          </a:r>
        </a:p>
      </dgm:t>
    </dgm:pt>
    <dgm:pt modelId="{2A4565DE-18F6-493D-82B3-99E64A1C0E5F}" type="parTrans" cxnId="{350E16C3-8CF4-416E-A51D-5C3007494CEC}">
      <dgm:prSet/>
      <dgm:spPr/>
      <dgm:t>
        <a:bodyPr/>
        <a:lstStyle/>
        <a:p>
          <a:endParaRPr lang="en-US"/>
        </a:p>
      </dgm:t>
    </dgm:pt>
    <dgm:pt modelId="{5F7999B2-4239-49E7-8C95-75EE0E2358CA}" type="sibTrans" cxnId="{350E16C3-8CF4-416E-A51D-5C3007494CEC}">
      <dgm:prSet/>
      <dgm:spPr/>
      <dgm:t>
        <a:bodyPr/>
        <a:lstStyle/>
        <a:p>
          <a:endParaRPr lang="en-US"/>
        </a:p>
      </dgm:t>
    </dgm:pt>
    <dgm:pt modelId="{61A26F2E-B32F-49AF-8724-7682F6D27FEF}">
      <dgm:prSet/>
      <dgm:spPr/>
      <dgm:t>
        <a:bodyPr/>
        <a:lstStyle/>
        <a:p>
          <a:r>
            <a:rPr lang="en-US" dirty="0"/>
            <a:t>2- The supplementary text says the reads were aligned with </a:t>
          </a:r>
          <a:r>
            <a:rPr lang="en-US" b="1" dirty="0"/>
            <a:t>STAR</a:t>
          </a:r>
          <a:r>
            <a:rPr lang="en-US" dirty="0"/>
            <a:t>, but the workflow diagram suggested </a:t>
          </a:r>
          <a:r>
            <a:rPr lang="en-US" b="1" dirty="0"/>
            <a:t>Bowtie</a:t>
          </a:r>
          <a:r>
            <a:rPr lang="en-US" dirty="0"/>
            <a:t>. </a:t>
          </a:r>
        </a:p>
      </dgm:t>
    </dgm:pt>
    <dgm:pt modelId="{2CC0B543-C667-472A-83B0-CDC29563A7D4}" type="parTrans" cxnId="{3FB3F623-BCF2-419C-81E2-6ABA2853F69C}">
      <dgm:prSet/>
      <dgm:spPr/>
      <dgm:t>
        <a:bodyPr/>
        <a:lstStyle/>
        <a:p>
          <a:endParaRPr lang="en-US"/>
        </a:p>
      </dgm:t>
    </dgm:pt>
    <dgm:pt modelId="{0623F53E-4AE7-4CF2-ABBE-19E40C4E5D84}" type="sibTrans" cxnId="{3FB3F623-BCF2-419C-81E2-6ABA2853F69C}">
      <dgm:prSet/>
      <dgm:spPr/>
      <dgm:t>
        <a:bodyPr/>
        <a:lstStyle/>
        <a:p>
          <a:endParaRPr lang="en-US"/>
        </a:p>
      </dgm:t>
    </dgm:pt>
    <dgm:pt modelId="{1B6766DA-2945-4AEF-B809-A7408DEFE18F}">
      <dgm:prSet/>
      <dgm:spPr/>
      <dgm:t>
        <a:bodyPr/>
        <a:lstStyle/>
        <a:p>
          <a:r>
            <a:rPr lang="en-US" dirty="0"/>
            <a:t>3- The paper mentions </a:t>
          </a:r>
          <a:r>
            <a:rPr lang="en-US" b="1" dirty="0" err="1"/>
            <a:t>edgeR</a:t>
          </a:r>
          <a:r>
            <a:rPr lang="en-US" dirty="0"/>
            <a:t>, but the GEO processed file name and the supplementary context suggest </a:t>
          </a:r>
          <a:r>
            <a:rPr lang="en-US" b="1" dirty="0" err="1"/>
            <a:t>RUVSeq</a:t>
          </a:r>
          <a:r>
            <a:rPr lang="en-US" b="1" dirty="0"/>
            <a:t> + </a:t>
          </a:r>
          <a:r>
            <a:rPr lang="en-US" b="1" dirty="0" err="1"/>
            <a:t>edgeR</a:t>
          </a:r>
          <a:r>
            <a:rPr lang="en-US" dirty="0"/>
            <a:t>.  </a:t>
          </a:r>
        </a:p>
      </dgm:t>
    </dgm:pt>
    <dgm:pt modelId="{56CF8710-90CC-4263-8F6F-00C151CAB892}" type="parTrans" cxnId="{1A48E57A-7527-4050-991A-7666991A21B4}">
      <dgm:prSet/>
      <dgm:spPr/>
      <dgm:t>
        <a:bodyPr/>
        <a:lstStyle/>
        <a:p>
          <a:endParaRPr lang="en-US"/>
        </a:p>
      </dgm:t>
    </dgm:pt>
    <dgm:pt modelId="{5830899E-E456-4998-9B2F-7BAA15FDA621}" type="sibTrans" cxnId="{1A48E57A-7527-4050-991A-7666991A21B4}">
      <dgm:prSet/>
      <dgm:spPr/>
      <dgm:t>
        <a:bodyPr/>
        <a:lstStyle/>
        <a:p>
          <a:endParaRPr lang="en-US"/>
        </a:p>
      </dgm:t>
    </dgm:pt>
    <dgm:pt modelId="{0A67A27F-44A3-4A1D-9F86-D82828509128}">
      <dgm:prSet/>
      <dgm:spPr/>
      <dgm:t>
        <a:bodyPr/>
        <a:lstStyle/>
        <a:p>
          <a:r>
            <a:rPr lang="en-US" dirty="0"/>
            <a:t>4- The paper doesn’t clearly describe exactly how cis- and trans-regulatory target genes of differentially expressed </a:t>
          </a:r>
          <a:r>
            <a:rPr lang="en-US" dirty="0" err="1"/>
            <a:t>lncRNAs</a:t>
          </a:r>
          <a:r>
            <a:rPr lang="en-US" dirty="0"/>
            <a:t> were identified when used for enrichment analysis. </a:t>
          </a:r>
        </a:p>
      </dgm:t>
    </dgm:pt>
    <dgm:pt modelId="{81FB8F50-CEAD-478B-975D-12166BF0F6A9}" type="parTrans" cxnId="{AD9A30B0-66C2-4024-A9ED-5CD750169D4C}">
      <dgm:prSet/>
      <dgm:spPr/>
      <dgm:t>
        <a:bodyPr/>
        <a:lstStyle/>
        <a:p>
          <a:endParaRPr lang="en-US"/>
        </a:p>
      </dgm:t>
    </dgm:pt>
    <dgm:pt modelId="{308898BD-F4C2-4DDB-A113-A2B885D1723A}" type="sibTrans" cxnId="{AD9A30B0-66C2-4024-A9ED-5CD750169D4C}">
      <dgm:prSet/>
      <dgm:spPr/>
      <dgm:t>
        <a:bodyPr/>
        <a:lstStyle/>
        <a:p>
          <a:endParaRPr lang="en-US"/>
        </a:p>
      </dgm:t>
    </dgm:pt>
    <dgm:pt modelId="{7599F15A-CA81-0544-8827-5D06FE2FB713}" type="pres">
      <dgm:prSet presAssocID="{2D4B0DE0-3A5E-4AC0-A656-92D4B1490FA3}" presName="linear" presStyleCnt="0">
        <dgm:presLayoutVars>
          <dgm:animLvl val="lvl"/>
          <dgm:resizeHandles val="exact"/>
        </dgm:presLayoutVars>
      </dgm:prSet>
      <dgm:spPr/>
    </dgm:pt>
    <dgm:pt modelId="{C3136BC8-1A6B-624E-97DD-A7534441986A}" type="pres">
      <dgm:prSet presAssocID="{B2C200B7-3286-4A71-B265-BCF4437068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80E506-44C0-D04D-89BC-2E3BE8F6D30A}" type="pres">
      <dgm:prSet presAssocID="{5F7999B2-4239-49E7-8C95-75EE0E2358CA}" presName="spacer" presStyleCnt="0"/>
      <dgm:spPr/>
    </dgm:pt>
    <dgm:pt modelId="{557CC736-34D0-C24F-AD37-4E9D98EB5D50}" type="pres">
      <dgm:prSet presAssocID="{61A26F2E-B32F-49AF-8724-7682F6D27F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983CB3-7222-4449-B90D-8AE4D7753C47}" type="pres">
      <dgm:prSet presAssocID="{0623F53E-4AE7-4CF2-ABBE-19E40C4E5D84}" presName="spacer" presStyleCnt="0"/>
      <dgm:spPr/>
    </dgm:pt>
    <dgm:pt modelId="{18967663-C355-F44B-B856-A84072F89758}" type="pres">
      <dgm:prSet presAssocID="{1B6766DA-2945-4AEF-B809-A7408DEFE1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70F1E7-81F5-F247-9C15-B2B3C14541EA}" type="pres">
      <dgm:prSet presAssocID="{5830899E-E456-4998-9B2F-7BAA15FDA621}" presName="spacer" presStyleCnt="0"/>
      <dgm:spPr/>
    </dgm:pt>
    <dgm:pt modelId="{2A41F5CF-4080-F848-A6F5-06F94675A6E6}" type="pres">
      <dgm:prSet presAssocID="{0A67A27F-44A3-4A1D-9F86-D828285091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FB3F623-BCF2-419C-81E2-6ABA2853F69C}" srcId="{2D4B0DE0-3A5E-4AC0-A656-92D4B1490FA3}" destId="{61A26F2E-B32F-49AF-8724-7682F6D27FEF}" srcOrd="1" destOrd="0" parTransId="{2CC0B543-C667-472A-83B0-CDC29563A7D4}" sibTransId="{0623F53E-4AE7-4CF2-ABBE-19E40C4E5D84}"/>
    <dgm:cxn modelId="{B13FCF64-F8DF-7142-98B6-E3CE8164B1EE}" type="presOf" srcId="{0A67A27F-44A3-4A1D-9F86-D82828509128}" destId="{2A41F5CF-4080-F848-A6F5-06F94675A6E6}" srcOrd="0" destOrd="0" presId="urn:microsoft.com/office/officeart/2005/8/layout/vList2"/>
    <dgm:cxn modelId="{4412EE66-2C3D-4947-8C02-DAEFA6EB50FF}" type="presOf" srcId="{2D4B0DE0-3A5E-4AC0-A656-92D4B1490FA3}" destId="{7599F15A-CA81-0544-8827-5D06FE2FB713}" srcOrd="0" destOrd="0" presId="urn:microsoft.com/office/officeart/2005/8/layout/vList2"/>
    <dgm:cxn modelId="{1A48E57A-7527-4050-991A-7666991A21B4}" srcId="{2D4B0DE0-3A5E-4AC0-A656-92D4B1490FA3}" destId="{1B6766DA-2945-4AEF-B809-A7408DEFE18F}" srcOrd="2" destOrd="0" parTransId="{56CF8710-90CC-4263-8F6F-00C151CAB892}" sibTransId="{5830899E-E456-4998-9B2F-7BAA15FDA621}"/>
    <dgm:cxn modelId="{90DA537F-C4BC-064F-A77C-0032D7DCD855}" type="presOf" srcId="{1B6766DA-2945-4AEF-B809-A7408DEFE18F}" destId="{18967663-C355-F44B-B856-A84072F89758}" srcOrd="0" destOrd="0" presId="urn:microsoft.com/office/officeart/2005/8/layout/vList2"/>
    <dgm:cxn modelId="{2FAB5A9E-3767-0948-A8AA-E976A1F1820A}" type="presOf" srcId="{61A26F2E-B32F-49AF-8724-7682F6D27FEF}" destId="{557CC736-34D0-C24F-AD37-4E9D98EB5D50}" srcOrd="0" destOrd="0" presId="urn:microsoft.com/office/officeart/2005/8/layout/vList2"/>
    <dgm:cxn modelId="{AD9A30B0-66C2-4024-A9ED-5CD750169D4C}" srcId="{2D4B0DE0-3A5E-4AC0-A656-92D4B1490FA3}" destId="{0A67A27F-44A3-4A1D-9F86-D82828509128}" srcOrd="3" destOrd="0" parTransId="{81FB8F50-CEAD-478B-975D-12166BF0F6A9}" sibTransId="{308898BD-F4C2-4DDB-A113-A2B885D1723A}"/>
    <dgm:cxn modelId="{08B0A6B5-05A4-C742-9639-357045770F73}" type="presOf" srcId="{B2C200B7-3286-4A71-B265-BCF44370683A}" destId="{C3136BC8-1A6B-624E-97DD-A7534441986A}" srcOrd="0" destOrd="0" presId="urn:microsoft.com/office/officeart/2005/8/layout/vList2"/>
    <dgm:cxn modelId="{350E16C3-8CF4-416E-A51D-5C3007494CEC}" srcId="{2D4B0DE0-3A5E-4AC0-A656-92D4B1490FA3}" destId="{B2C200B7-3286-4A71-B265-BCF44370683A}" srcOrd="0" destOrd="0" parTransId="{2A4565DE-18F6-493D-82B3-99E64A1C0E5F}" sibTransId="{5F7999B2-4239-49E7-8C95-75EE0E2358CA}"/>
    <dgm:cxn modelId="{AE2EC674-09AC-2743-ABDA-26F9F4772B9E}" type="presParOf" srcId="{7599F15A-CA81-0544-8827-5D06FE2FB713}" destId="{C3136BC8-1A6B-624E-97DD-A7534441986A}" srcOrd="0" destOrd="0" presId="urn:microsoft.com/office/officeart/2005/8/layout/vList2"/>
    <dgm:cxn modelId="{FD7EB36C-6F92-744E-A959-DEB80A98977E}" type="presParOf" srcId="{7599F15A-CA81-0544-8827-5D06FE2FB713}" destId="{4B80E506-44C0-D04D-89BC-2E3BE8F6D30A}" srcOrd="1" destOrd="0" presId="urn:microsoft.com/office/officeart/2005/8/layout/vList2"/>
    <dgm:cxn modelId="{DE200928-0719-6043-B9BD-2BA4F26DFA7C}" type="presParOf" srcId="{7599F15A-CA81-0544-8827-5D06FE2FB713}" destId="{557CC736-34D0-C24F-AD37-4E9D98EB5D50}" srcOrd="2" destOrd="0" presId="urn:microsoft.com/office/officeart/2005/8/layout/vList2"/>
    <dgm:cxn modelId="{190F600C-8A88-5A4C-A81E-8F13E202D75C}" type="presParOf" srcId="{7599F15A-CA81-0544-8827-5D06FE2FB713}" destId="{27983CB3-7222-4449-B90D-8AE4D7753C47}" srcOrd="3" destOrd="0" presId="urn:microsoft.com/office/officeart/2005/8/layout/vList2"/>
    <dgm:cxn modelId="{1F752DEF-38F3-AC4B-B313-6ABA415F797C}" type="presParOf" srcId="{7599F15A-CA81-0544-8827-5D06FE2FB713}" destId="{18967663-C355-F44B-B856-A84072F89758}" srcOrd="4" destOrd="0" presId="urn:microsoft.com/office/officeart/2005/8/layout/vList2"/>
    <dgm:cxn modelId="{93391DC4-01EC-5C43-8BCF-EF5DC84323DF}" type="presParOf" srcId="{7599F15A-CA81-0544-8827-5D06FE2FB713}" destId="{6A70F1E7-81F5-F247-9C15-B2B3C14541EA}" srcOrd="5" destOrd="0" presId="urn:microsoft.com/office/officeart/2005/8/layout/vList2"/>
    <dgm:cxn modelId="{59F2332C-EF87-644C-9764-FDFD30E7BB4F}" type="presParOf" srcId="{7599F15A-CA81-0544-8827-5D06FE2FB713}" destId="{2A41F5CF-4080-F848-A6F5-06F94675A6E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36BC8-1A6B-624E-97DD-A7534441986A}">
      <dsp:nvSpPr>
        <dsp:cNvPr id="0" name=""/>
        <dsp:cNvSpPr/>
      </dsp:nvSpPr>
      <dsp:spPr>
        <a:xfrm>
          <a:off x="0" y="268050"/>
          <a:ext cx="6900512" cy="12132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1-The authors say they used </a:t>
          </a:r>
          <a:r>
            <a:rPr lang="en-US" sz="1700" b="1" kern="1200" dirty="0"/>
            <a:t>GENCODE v38</a:t>
          </a:r>
          <a:r>
            <a:rPr lang="en-US" sz="1700" kern="1200" dirty="0"/>
            <a:t>, but many of the lncRNA IDs in the </a:t>
          </a:r>
          <a:r>
            <a:rPr lang="en-US" sz="1700" b="1" kern="1200" dirty="0"/>
            <a:t>GEO </a:t>
          </a:r>
          <a:r>
            <a:rPr lang="en-US" sz="1700" kern="1200" dirty="0"/>
            <a:t>processed table and in the paper’s top genes were not present in </a:t>
          </a:r>
          <a:r>
            <a:rPr lang="en-US" sz="1700" b="1" kern="1200" dirty="0"/>
            <a:t>GENCODE v38</a:t>
          </a:r>
          <a:r>
            <a:rPr lang="en-US" sz="1700" kern="1200" dirty="0"/>
            <a:t>.  When I scanned </a:t>
          </a:r>
          <a:r>
            <a:rPr lang="en-US" sz="1700" b="1" kern="1200" dirty="0"/>
            <a:t>GENCODE </a:t>
          </a:r>
          <a:r>
            <a:rPr lang="en-US" sz="1700" kern="1200" dirty="0"/>
            <a:t>releases, these IDs were more consistent with </a:t>
          </a:r>
          <a:r>
            <a:rPr lang="en-US" sz="1700" b="1" kern="1200" dirty="0"/>
            <a:t>GENCODE v37</a:t>
          </a:r>
          <a:r>
            <a:rPr lang="en-US" sz="1700" kern="1200" dirty="0"/>
            <a:t>. </a:t>
          </a:r>
        </a:p>
      </dsp:txBody>
      <dsp:txXfrm>
        <a:off x="59228" y="327278"/>
        <a:ext cx="6782056" cy="1094833"/>
      </dsp:txXfrm>
    </dsp:sp>
    <dsp:sp modelId="{557CC736-34D0-C24F-AD37-4E9D98EB5D50}">
      <dsp:nvSpPr>
        <dsp:cNvPr id="0" name=""/>
        <dsp:cNvSpPr/>
      </dsp:nvSpPr>
      <dsp:spPr>
        <a:xfrm>
          <a:off x="0" y="1530300"/>
          <a:ext cx="6900512" cy="121328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2- The supplementary text says the reads were aligned with </a:t>
          </a:r>
          <a:r>
            <a:rPr lang="en-US" sz="1700" b="1" kern="1200" dirty="0"/>
            <a:t>STAR</a:t>
          </a:r>
          <a:r>
            <a:rPr lang="en-US" sz="1700" kern="1200" dirty="0"/>
            <a:t>, but the workflow diagram suggested </a:t>
          </a:r>
          <a:r>
            <a:rPr lang="en-US" sz="1700" b="1" kern="1200" dirty="0"/>
            <a:t>Bowtie</a:t>
          </a:r>
          <a:r>
            <a:rPr lang="en-US" sz="1700" kern="1200" dirty="0"/>
            <a:t>. </a:t>
          </a:r>
        </a:p>
      </dsp:txBody>
      <dsp:txXfrm>
        <a:off x="59228" y="1589528"/>
        <a:ext cx="6782056" cy="1094833"/>
      </dsp:txXfrm>
    </dsp:sp>
    <dsp:sp modelId="{18967663-C355-F44B-B856-A84072F89758}">
      <dsp:nvSpPr>
        <dsp:cNvPr id="0" name=""/>
        <dsp:cNvSpPr/>
      </dsp:nvSpPr>
      <dsp:spPr>
        <a:xfrm>
          <a:off x="0" y="2792550"/>
          <a:ext cx="6900512" cy="1213289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3- The paper mentions </a:t>
          </a:r>
          <a:r>
            <a:rPr lang="en-US" sz="1700" b="1" kern="1200" dirty="0" err="1"/>
            <a:t>edgeR</a:t>
          </a:r>
          <a:r>
            <a:rPr lang="en-US" sz="1700" kern="1200" dirty="0"/>
            <a:t>, but the GEO processed file name and the supplementary context suggest </a:t>
          </a:r>
          <a:r>
            <a:rPr lang="en-US" sz="1700" b="1" kern="1200" dirty="0" err="1"/>
            <a:t>RUVSeq</a:t>
          </a:r>
          <a:r>
            <a:rPr lang="en-US" sz="1700" b="1" kern="1200" dirty="0"/>
            <a:t> + </a:t>
          </a:r>
          <a:r>
            <a:rPr lang="en-US" sz="1700" b="1" kern="1200" dirty="0" err="1"/>
            <a:t>edgeR</a:t>
          </a:r>
          <a:r>
            <a:rPr lang="en-US" sz="1700" kern="1200" dirty="0"/>
            <a:t>.  </a:t>
          </a:r>
        </a:p>
      </dsp:txBody>
      <dsp:txXfrm>
        <a:off x="59228" y="2851778"/>
        <a:ext cx="6782056" cy="1094833"/>
      </dsp:txXfrm>
    </dsp:sp>
    <dsp:sp modelId="{2A41F5CF-4080-F848-A6F5-06F94675A6E6}">
      <dsp:nvSpPr>
        <dsp:cNvPr id="0" name=""/>
        <dsp:cNvSpPr/>
      </dsp:nvSpPr>
      <dsp:spPr>
        <a:xfrm>
          <a:off x="0" y="4054800"/>
          <a:ext cx="6900512" cy="121328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4- The paper doesn’t clearly describe exactly how cis- and trans-regulatory target genes of differentially expressed </a:t>
          </a:r>
          <a:r>
            <a:rPr lang="en-US" sz="1700" kern="1200" dirty="0" err="1"/>
            <a:t>lncRNAs</a:t>
          </a:r>
          <a:r>
            <a:rPr lang="en-US" sz="1700" kern="1200" dirty="0"/>
            <a:t> were identified when used for enrichment analysis. </a:t>
          </a:r>
        </a:p>
      </dsp:txBody>
      <dsp:txXfrm>
        <a:off x="59228" y="4114028"/>
        <a:ext cx="6782056" cy="1094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9EB3C-BCC4-9C4C-A9F4-6191614451A4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9A510F-98AB-9642-BDAC-AAA06EECC4F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1421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5789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13753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9C19-7AB8-03CC-3336-2CC713F2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F4D997-C2B1-EA62-2045-A0CCA24E3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ED5AC-5B5B-43DA-67EA-C0E02F26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Blood was collected from the same three astronauts at two time points: </a:t>
            </a:r>
            <a:r>
              <a:rPr lang="en-US" b="1" dirty="0"/>
              <a:t>L-10</a:t>
            </a:r>
            <a:r>
              <a:rPr lang="en-US" dirty="0"/>
              <a:t>, which means 10 days before launch, and </a:t>
            </a:r>
            <a:r>
              <a:rPr lang="en-US" b="1" dirty="0"/>
              <a:t>R+3</a:t>
            </a:r>
            <a:r>
              <a:rPr lang="en-US" dirty="0"/>
              <a:t>, which means 3 days after return.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9573A-39F7-5B40-3B0F-942DA690FC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91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77D8-05DF-A989-B177-A1071EB4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24C85-8428-3801-42F0-E42D2BF4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8535D-E31E-5677-07CA-CE60E6A1E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Exosomes were isolated from blood plasma, RNA was purified from the exosomes,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23406-C2CD-A241-E6F3-2BD06999C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4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B18F-8DBE-43BA-8FB9-DB6E1284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DD1DB-C6CB-C09A-33FB-2858F6735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0F884-B394-4FE0-52BE-E0554A8CB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then RNA sequencing was performed.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BCB12-3338-DDB1-B7EF-DD89F5CAF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86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B17B-6AD5-77BE-48B2-BA0BAE0A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57B5D-4BAB-2024-E373-22E8454C3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820B0-D1ED-4109-F058-73CBF539A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then RNA sequencing was performed.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50FB4-36FF-982D-DD38-55B7DCB1C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08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62546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3C9E-06C5-B733-C605-43973EF7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6CC10-CA61-48A2-79FC-00BE10FD5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851FF-52E1-D91F-A026-4B605CCB3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C3208-D209-AF40-3009-4A63DB700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51D7A-2427-9F40-818E-C7E8E204E2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30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49976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14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85739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15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16475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C990-525C-62AF-E2EB-7F53B0A3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CF5AC-21AE-F218-F069-BC27FAB2B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4EFF-A116-9E17-0366-7D0460D8A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45E2F-7E15-8FC9-73B5-E041F78E0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9A510F-98AB-9642-BDAC-AAA06EECC4FF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878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9E79-8F14-8947-C647-438BAC9B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8DC71-49F1-FD85-C3EC-CEB85557E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891DA-7FDA-2EEB-F66A-A2958F469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D34B8-C200-598C-D857-F8FADF7E7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51D7A-2427-9F40-818E-C7E8E204E2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2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18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57947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41F6-0155-18C5-C6DF-DAF4ED22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C230C-556A-030F-BF38-092C042C6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79AC4-E9C8-DA09-5D12-70253B64A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B0317-22C6-8AF2-38E9-D83F16CE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19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87416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4CA4-D980-A9C4-FD53-459791D1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93761-4E7B-5F91-609B-005573500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7757F-BF12-DD99-D6D3-D0F781791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“Panel E in the paper shows normalized counts, or CPM, for the top five up-regulated and top five down-regulated </a:t>
            </a:r>
            <a:r>
              <a:rPr lang="en-US" dirty="0" err="1"/>
              <a:t>lncRNAs</a:t>
            </a:r>
            <a:r>
              <a:rPr lang="en-US" dirty="0"/>
              <a:t>. The two bars represent L-10 and R+3. The purpose of this panel is to make the direction of change easier to see: up-regulated genes should have higher CPM at R+3, while down-regulated genes should have lower CPM at R+3.” </a:t>
            </a:r>
          </a:p>
          <a:p>
            <a:r>
              <a:rPr lang="en-US" dirty="0"/>
              <a:t>“In our version, I created the same type of panel using our derived counts. The top row shows the top five up-regulated genes based on the largest positive log2 fold change. The bottom row shows the top five down-regulated genes based on the most negative log2 fold change.”</a:t>
            </a:r>
          </a:p>
          <a:p>
            <a:r>
              <a:rPr lang="en-US" dirty="0"/>
              <a:t>“This figure helps us explain a key point: even when we create the same style of figure, the genes selected from our raw-derived analysis are different from the paper’s selected genes. That supports the conclusion that our reconstructed count matrix does not reproduce their original differential-expression result.”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211EB-6BCC-98B3-086A-B5E50B303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20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30929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7594A-F62F-E734-31E1-EA1CCE737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12954-217A-CE84-543C-3BEF4B2A2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A72B5-9D60-350B-3247-D5BFB9938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E in the paper shows normalized counts, or CPM, for the top five up-regulated and top five down-regulated </a:t>
            </a:r>
            <a:r>
              <a:rPr lang="en-US" dirty="0" err="1"/>
              <a:t>lncRNAs</a:t>
            </a:r>
            <a:r>
              <a:rPr lang="en-US" dirty="0"/>
              <a:t>. The two bars represent L-10 and R+3. The purpose of this panel is to make the direction of change easier to see: up-regulated genes should have higher CPM at R+3, while down-regulated genes should have lower CPM at R+3.” </a:t>
            </a:r>
          </a:p>
          <a:p>
            <a:r>
              <a:rPr lang="en-US" dirty="0"/>
              <a:t>In our version, I created the same type of panel using our derived counts. The top row shows the top five up-regulated genes based on the largest positive log2 fold change. The bottom row shows the top five down-regulated genes based on the most negative log2 fold change.</a:t>
            </a:r>
          </a:p>
          <a:p>
            <a:r>
              <a:rPr lang="en-US" dirty="0"/>
              <a:t>This figure helps us explain a key point: even when we create the same style of figure, the genes selected from our raw-derived analysis are different from the paper’s selected genes. That supports the conclusion that our reconstructed count matrix does not reproduce their original differential-expression result.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D0C8B-83E1-3974-CE47-B1987BFD5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21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308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5397-BDBA-C334-2A08-908D1362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C8822-89C5-FC72-146C-89F07DF87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4CDFB-B56A-7ADC-C9A3-740B52BF8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A52F6-8967-B439-78C3-C4795B3A2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51D7A-2427-9F40-818E-C7E8E204E2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504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23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19156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0E26-5162-2B88-F2CD-76716DB96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74520-B394-185F-AF0C-EE613378A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BEDC-CD57-FC5B-2D55-5384DE5A7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D81A2-4C6C-D129-F027-77201FD23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9A510F-98AB-9642-BDAC-AAA06EECC4FF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049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8422-E794-8A5A-CD98-37DDC71E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D8048-C243-A3AB-C085-7E37F2972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D77FE-92EF-426D-DB5B-651FAC8C5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EC482-C6C1-1994-B861-737329AB9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9A510F-98AB-9642-BDAC-AAA06EECC4FF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877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0B30-FE62-563F-8C7A-3F391CBB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BF4FB-ADEE-8C2C-8310-482943C50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C629F-E188-0173-AF56-C9E673C5C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BFC03-543A-6781-784F-902079343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9A510F-98AB-9642-BDAC-AAA06EECC4FF}" type="slidenum">
              <a:rPr kumimoji="0" lang="en-001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001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6218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9A510F-98AB-9642-BDAC-AAA06EECC4FF}" type="slidenum">
              <a:rPr lang="en-001" smtClean="0"/>
              <a:t>27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997566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A3673-2C9E-5BCE-FAD9-F67C7563D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3A90C-30EA-5A31-2B8C-143A9CDD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480FB-F619-E7BA-F8A4-D90BE92AF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1FFBC-70EB-8AB2-D1BC-8EFD521F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51D7A-2427-9F40-818E-C7E8E204E2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71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D0D3-FD1C-CD58-CEC3-8D3BC4D3C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ED4DC-3122-4EE7-E36E-B65FFE4F9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55D52-28E6-CF63-0B99-5456A0B40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A4DEA-3DCD-DDAE-53D9-F2696DCC1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51D7A-2427-9F40-818E-C7E8E204E2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449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23983-0CF8-89C7-0264-F34E463A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790EA-E8E7-258E-0442-E21EEB9C8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06902-6E62-9135-C686-28EB04844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1BE0-4E7E-51F8-E798-245901ACA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51D7A-2427-9F40-818E-C7E8E204E2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0007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51D7A-2427-9F40-818E-C7E8E204E2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46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F1AF-5AFE-C9C2-D27D-395F6B515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A5B08-35E7-E429-0E1F-1410A904B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C851E-7AAA-DE4C-67F2-BB3EAA959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FC0E0-6AFD-4E89-057E-8342000A4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51D7A-2427-9F40-818E-C7E8E204E2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3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6BF7-FB20-0BD9-143B-B587C22EB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7C4EE-EEB1-E913-143D-D0E9BE869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38E82-5DF3-EC40-BC14-AB0DD12D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F93F7-9573-1E0B-05B7-3DB3F81B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A53EB-352F-0B16-3718-6F6053BD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8411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F0F7-74FE-CE85-CB99-2C5657BF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0A1BC-FCC2-4A88-DB46-FD77C30C3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B3BE7-3F6D-0738-3B79-5CF4EA2A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36937-9B9D-D8F9-FE66-ED975F27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4739-DB78-143D-3844-1698BF48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3820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FBF3-D11D-970A-87C5-289149E3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E3E-2D87-4DC6-4E9A-ACA9FECDC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E5C0A-8817-66A7-1E95-622D52B1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A3793-2540-4978-CC62-6A7EE4B2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E752F-DFE0-B175-647A-6F8A8921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4313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F479-9CA2-D743-53BB-B9B932D6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BBD2-BFB3-01D9-F8CE-F44A65A55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7653F-0D92-278A-15AE-FDA3D2DF0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0035C-8A32-96C0-084B-82EF3EE8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9F017-9957-19F2-6ED7-877492E1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0C77C-2EA2-2619-BDC4-A456630CE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4073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F691-C0DC-CB1E-E9AE-CF0E3B49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86AB7-9431-C1CC-5394-E50EA3BE6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98E1B-3380-AB33-42C1-A9DA8AD18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33DD99-2EC9-95E6-4610-95266F19D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5CABA-E568-F272-70F6-133C71AB0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74607-E99E-8E3D-F8F0-B7D88477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B7D7-C68D-F567-BF3B-DE374079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05E8A-18F4-C066-6041-A65BA85D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65101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A759-D3DE-33C6-3323-15CAEE77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44985-5D72-DD69-1B2C-2E9876BB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20382-B258-511C-9961-EEE629BD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E07C6-9385-1121-D929-AD376119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2134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E74E77-B848-5FBE-D0A9-D7C9156E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F1F5A-99F0-4EFB-0346-F19F2FBA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AB54-3566-AA7F-7824-840EC7B6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9102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5E9D-FC62-77CB-420C-9A7670159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D4E2B-B409-7C24-F74B-BF10D0958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2B8B3-17C8-B38B-073B-0994A5A41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F7944-0995-2C79-E4EB-426BF316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DB18E-54D3-4E2C-3C27-B92B1AF5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E080A-DCDB-32ED-03F4-F81C7DF3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4140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2C63-F2B7-D69B-FE24-04AECBA0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C0BE9-1295-3338-6ABE-D5FCA5A1E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E5B68-AA93-2D51-9EBF-B288D1140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B69EB-5A61-3843-52E8-7F74AE8B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8F219-1F1A-0767-B826-A5395248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A2E4F-325D-8DD0-AD1A-3568D453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00658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EE57-0DB9-CA06-A72C-A5EDE325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8379E-71AD-5E96-6C23-2522EB90E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3294D-3C0F-54FD-AFE1-8279D0E4F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FDEB5-B2CD-10AE-CCA7-B11F39DF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7C401-EDD8-76E0-5C44-4DADF43A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5099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CAD1B-5E0F-FAE5-FB2F-F43972106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38D4E-EC99-D004-D5A9-3C19A0A87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DE48A-06FD-5248-B121-F6E1829A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87561-7D1C-8BAC-E369-648A3DC4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A4152-198A-5DEC-4304-6D2A1925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28947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79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9D279-D77E-FB04-CA99-D9C287FD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1B11-4A0B-7577-6561-B340BC1D5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5221F-6597-C556-1D6B-FDF944AA2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AD9F1-302D-6C4B-A919-CC224AEF0CC3}" type="datetimeFigureOut">
              <a:rPr lang="en-001" smtClean="0"/>
              <a:t>5/9/26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8D61A-B99C-1BE6-B814-23AC90819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F05B6-AEB9-5595-60E7-D29C58566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CA05C-895F-C644-BDC0-B5D1861D8804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948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slideLayout" Target="../slideLayouts/slideLayout12.xml"/><Relationship Id="rId26" Type="http://schemas.openxmlformats.org/officeDocument/2006/relationships/image" Target="../media/image8.png"/><Relationship Id="rId3" Type="http://schemas.openxmlformats.org/officeDocument/2006/relationships/tags" Target="../tags/tag7.xml"/><Relationship Id="rId21" Type="http://schemas.openxmlformats.org/officeDocument/2006/relationships/image" Target="../media/image3.png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image" Target="../media/image7.png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image" Target="../media/image2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image" Target="../media/image6.png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image" Target="../media/image5.png"/><Relationship Id="rId10" Type="http://schemas.openxmlformats.org/officeDocument/2006/relationships/tags" Target="../tags/tag14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image" Target="../media/image5.png"/><Relationship Id="rId3" Type="http://schemas.openxmlformats.org/officeDocument/2006/relationships/tags" Target="../tags/tag24.xml"/><Relationship Id="rId21" Type="http://schemas.openxmlformats.org/officeDocument/2006/relationships/slideLayout" Target="../slideLayouts/slideLayout1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image" Target="../media/image4.png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29" Type="http://schemas.openxmlformats.org/officeDocument/2006/relationships/image" Target="../media/image8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image" Target="../media/image3.png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image" Target="../media/image2.png"/><Relationship Id="rId28" Type="http://schemas.openxmlformats.org/officeDocument/2006/relationships/image" Target="../media/image7.png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31" Type="http://schemas.openxmlformats.org/officeDocument/2006/relationships/image" Target="../media/image10.png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notesSlide" Target="../notesSlides/notesSlide5.xml"/><Relationship Id="rId27" Type="http://schemas.openxmlformats.org/officeDocument/2006/relationships/image" Target="../media/image6.png"/><Relationship Id="rId30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54.xml"/><Relationship Id="rId18" Type="http://schemas.openxmlformats.org/officeDocument/2006/relationships/tags" Target="../tags/tag59.xml"/><Relationship Id="rId26" Type="http://schemas.openxmlformats.org/officeDocument/2006/relationships/image" Target="../media/image3.png"/><Relationship Id="rId3" Type="http://schemas.openxmlformats.org/officeDocument/2006/relationships/tags" Target="../tags/tag44.xml"/><Relationship Id="rId21" Type="http://schemas.openxmlformats.org/officeDocument/2006/relationships/tags" Target="../tags/tag62.xml"/><Relationship Id="rId34" Type="http://schemas.openxmlformats.org/officeDocument/2006/relationships/image" Target="../media/image11.png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5" Type="http://schemas.openxmlformats.org/officeDocument/2006/relationships/image" Target="../media/image2.png"/><Relationship Id="rId33" Type="http://schemas.openxmlformats.org/officeDocument/2006/relationships/image" Target="../media/image10.png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20" Type="http://schemas.openxmlformats.org/officeDocument/2006/relationships/tags" Target="../tags/tag61.xml"/><Relationship Id="rId29" Type="http://schemas.openxmlformats.org/officeDocument/2006/relationships/image" Target="../media/image6.png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24" Type="http://schemas.openxmlformats.org/officeDocument/2006/relationships/notesSlide" Target="../notesSlides/notesSlide6.xml"/><Relationship Id="rId32" Type="http://schemas.openxmlformats.org/officeDocument/2006/relationships/image" Target="../media/image9.png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23" Type="http://schemas.openxmlformats.org/officeDocument/2006/relationships/slideLayout" Target="../slideLayouts/slideLayout12.xml"/><Relationship Id="rId28" Type="http://schemas.openxmlformats.org/officeDocument/2006/relationships/image" Target="../media/image5.png"/><Relationship Id="rId10" Type="http://schemas.openxmlformats.org/officeDocument/2006/relationships/tags" Target="../tags/tag51.xml"/><Relationship Id="rId19" Type="http://schemas.openxmlformats.org/officeDocument/2006/relationships/tags" Target="../tags/tag60.xml"/><Relationship Id="rId31" Type="http://schemas.openxmlformats.org/officeDocument/2006/relationships/image" Target="../media/image8.png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tags" Target="../tags/tag63.xml"/><Relationship Id="rId27" Type="http://schemas.openxmlformats.org/officeDocument/2006/relationships/image" Target="../media/image4.pn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tags" Target="../tags/tag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670C5-1E90-9EBC-7A67-7D0B1806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4" y="652878"/>
            <a:ext cx="10159791" cy="529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47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9107DC-1701-D6EE-234A-C6B5C3D490B0}"/>
              </a:ext>
            </a:extLst>
          </p:cNvPr>
          <p:cNvSpPr/>
          <p:nvPr/>
        </p:nvSpPr>
        <p:spPr>
          <a:xfrm>
            <a:off x="4697422" y="248711"/>
            <a:ext cx="2797156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3300" dirty="0">
                <a:solidFill>
                  <a:prstClr val="black"/>
                </a:solidFill>
                <a:latin typeface="Californian FB" panose="0207040306080B030204" pitchFamily="18" charset="0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436B5-2445-9496-53E1-751BE19AD37E}"/>
              </a:ext>
            </a:extLst>
          </p:cNvPr>
          <p:cNvSpPr txBox="1"/>
          <p:nvPr/>
        </p:nvSpPr>
        <p:spPr>
          <a:xfrm>
            <a:off x="204716" y="1060176"/>
            <a:ext cx="5568287" cy="36933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Spaceflight exposes astronauts to many physiological stressors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Long non-coding RNAs are known to regulate gene expression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Possible circulating biomarkers.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Questions: </a:t>
            </a:r>
          </a:p>
          <a:p>
            <a:pPr marL="742950" lvl="1" indent="-285750" algn="just">
              <a:buFontTx/>
              <a:buChar char="-"/>
            </a:pPr>
            <a:r>
              <a:rPr lang="en-US" dirty="0"/>
              <a:t>Do </a:t>
            </a:r>
            <a:r>
              <a:rPr lang="en-US" dirty="0" err="1"/>
              <a:t>exosomal</a:t>
            </a:r>
            <a:r>
              <a:rPr lang="en-US" dirty="0"/>
              <a:t> lncRNA profiles change after spaceflight ?</a:t>
            </a:r>
          </a:p>
          <a:p>
            <a:pPr marL="742950" lvl="1" indent="-285750" algn="just">
              <a:buFontTx/>
              <a:buChar char="-"/>
            </a:pPr>
            <a:r>
              <a:rPr lang="en-US" dirty="0"/>
              <a:t>Can these </a:t>
            </a:r>
            <a:r>
              <a:rPr lang="en-US" dirty="0" err="1"/>
              <a:t>lncRNAs</a:t>
            </a:r>
            <a:r>
              <a:rPr lang="en-US" dirty="0"/>
              <a:t> be linked to disease-related pathways or astronaut health risks?</a:t>
            </a:r>
          </a:p>
        </p:txBody>
      </p:sp>
    </p:spTree>
    <p:extLst>
      <p:ext uri="{BB962C8B-B14F-4D97-AF65-F5344CB8AC3E}">
        <p14:creationId xmlns:p14="http://schemas.microsoft.com/office/powerpoint/2010/main" val="1905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85F1-D512-F37B-DE18-07673E9F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76EE5FF-2ACA-7EB5-C651-5FF38A2AC17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502162" y="1559461"/>
            <a:ext cx="2478677" cy="8784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C566F33-DA2F-C29C-D4AD-63E068678C9A}"/>
              </a:ext>
            </a:extLst>
          </p:cNvPr>
          <p:cNvSpPr/>
          <p:nvPr/>
        </p:nvSpPr>
        <p:spPr>
          <a:xfrm>
            <a:off x="1838326" y="1804799"/>
            <a:ext cx="1826759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Astronauts Blood Sample </a:t>
            </a:r>
            <a:endParaRPr lang="en-US" sz="15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91DB584-72BB-AA16-E8E2-E39B415657F9}"/>
              </a:ext>
            </a:extLst>
          </p:cNvPr>
          <p:cNvSpPr/>
          <p:nvPr/>
        </p:nvSpPr>
        <p:spPr>
          <a:xfrm>
            <a:off x="2417735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</a:t>
            </a:r>
            <a:endParaRPr lang="en-US" sz="1500" dirty="0"/>
          </a:p>
        </p:txBody>
      </p:sp>
      <p:pic>
        <p:nvPicPr>
          <p:cNvPr id="47" name="Image 30" descr="preencoded.png">
            <a:extLst>
              <a:ext uri="{FF2B5EF4-FFF2-40B4-BE49-F238E27FC236}">
                <a16:creationId xmlns:a16="http://schemas.microsoft.com/office/drawing/2014/main" id="{5E5F0DEA-2C0A-60E7-AEF9-28BC3E1CF9D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140301" y="2641636"/>
            <a:ext cx="310243" cy="1332411"/>
          </a:xfrm>
          <a:prstGeom prst="rect">
            <a:avLst/>
          </a:prstGeom>
        </p:spPr>
      </p:pic>
      <p:pic>
        <p:nvPicPr>
          <p:cNvPr id="51" name="Image 31" descr="preencoded.png">
            <a:extLst>
              <a:ext uri="{FF2B5EF4-FFF2-40B4-BE49-F238E27FC236}">
                <a16:creationId xmlns:a16="http://schemas.microsoft.com/office/drawing/2014/main" id="{A9FF7CAB-BB3E-3EC3-A203-F37E85887E8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 t="32338" b="35159"/>
          <a:stretch>
            <a:fillRect/>
          </a:stretch>
        </p:blipFill>
        <p:spPr>
          <a:xfrm>
            <a:off x="1502162" y="3079853"/>
            <a:ext cx="1479369" cy="64005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0F86796-DA0B-A1AE-903F-0A7ABABBCA4A}"/>
              </a:ext>
            </a:extLst>
          </p:cNvPr>
          <p:cNvSpPr txBox="1"/>
          <p:nvPr/>
        </p:nvSpPr>
        <p:spPr>
          <a:xfrm>
            <a:off x="1181238" y="4420063"/>
            <a:ext cx="3120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Sample Collection (n=3):</a:t>
            </a:r>
          </a:p>
          <a:p>
            <a:endParaRPr lang="en-US" sz="1600" dirty="0"/>
          </a:p>
          <a:p>
            <a:r>
              <a:rPr lang="en-US" sz="1600" b="1" dirty="0"/>
              <a:t>Pre-flight:</a:t>
            </a:r>
            <a:r>
              <a:rPr lang="en-US" sz="1600" dirty="0"/>
              <a:t> 10 days before launch</a:t>
            </a:r>
          </a:p>
          <a:p>
            <a:r>
              <a:rPr lang="en-US" sz="1600" b="1" dirty="0"/>
              <a:t>Post-flight:</a:t>
            </a:r>
            <a:r>
              <a:rPr lang="en-US" sz="1600" dirty="0"/>
              <a:t> 3 days after landing</a:t>
            </a:r>
          </a:p>
          <a:p>
            <a:endParaRPr lang="en-00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17605-35A8-E146-D6D6-2AADF26421C5}"/>
              </a:ext>
            </a:extLst>
          </p:cNvPr>
          <p:cNvSpPr/>
          <p:nvPr/>
        </p:nvSpPr>
        <p:spPr>
          <a:xfrm>
            <a:off x="4697422" y="248711"/>
            <a:ext cx="2797156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3300" dirty="0">
                <a:solidFill>
                  <a:prstClr val="black"/>
                </a:solidFill>
                <a:latin typeface="Californian FB" panose="0207040306080B030204" pitchFamily="18" charset="0"/>
              </a:rPr>
              <a:t>OSD-481 study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158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7397-F926-E954-4298-C92D68EB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B0E3F97-89D2-F826-C95D-ED7C8215179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502162" y="1559461"/>
            <a:ext cx="2478677" cy="8784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2735887-A112-C25A-E1ED-7D8D49B74F80}"/>
              </a:ext>
            </a:extLst>
          </p:cNvPr>
          <p:cNvSpPr/>
          <p:nvPr/>
        </p:nvSpPr>
        <p:spPr>
          <a:xfrm>
            <a:off x="1838326" y="1804799"/>
            <a:ext cx="1826759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Astronauts Blood Sample </a:t>
            </a:r>
            <a:endParaRPr lang="en-US" sz="15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B6FF1FF-AD2F-9667-55AC-9397F9C38767}"/>
              </a:ext>
            </a:extLst>
          </p:cNvPr>
          <p:cNvSpPr/>
          <p:nvPr/>
        </p:nvSpPr>
        <p:spPr>
          <a:xfrm>
            <a:off x="2417735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</a:t>
            </a:r>
            <a:endParaRPr lang="en-US" sz="1500" dirty="0"/>
          </a:p>
        </p:txBody>
      </p:sp>
      <p:pic>
        <p:nvPicPr>
          <p:cNvPr id="47" name="Image 30" descr="preencoded.png">
            <a:extLst>
              <a:ext uri="{FF2B5EF4-FFF2-40B4-BE49-F238E27FC236}">
                <a16:creationId xmlns:a16="http://schemas.microsoft.com/office/drawing/2014/main" id="{9CC539E7-578A-9BE0-1BA7-9AFBAD0C978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3140301" y="2641636"/>
            <a:ext cx="310243" cy="1332411"/>
          </a:xfrm>
          <a:prstGeom prst="rect">
            <a:avLst/>
          </a:prstGeom>
        </p:spPr>
      </p:pic>
      <p:pic>
        <p:nvPicPr>
          <p:cNvPr id="51" name="Image 31" descr="preencoded.png">
            <a:extLst>
              <a:ext uri="{FF2B5EF4-FFF2-40B4-BE49-F238E27FC236}">
                <a16:creationId xmlns:a16="http://schemas.microsoft.com/office/drawing/2014/main" id="{A19D7419-76C3-3D22-6044-C18B5B139F2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/>
          <a:srcRect t="32338" b="35159"/>
          <a:stretch>
            <a:fillRect/>
          </a:stretch>
        </p:blipFill>
        <p:spPr>
          <a:xfrm>
            <a:off x="1502162" y="3079853"/>
            <a:ext cx="1479369" cy="64005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08341C0-2E2B-9BBE-4555-A33EB9B57312}"/>
              </a:ext>
            </a:extLst>
          </p:cNvPr>
          <p:cNvSpPr txBox="1"/>
          <p:nvPr/>
        </p:nvSpPr>
        <p:spPr>
          <a:xfrm>
            <a:off x="1181238" y="4420063"/>
            <a:ext cx="3120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Sample Collection (n=3):</a:t>
            </a:r>
          </a:p>
          <a:p>
            <a:endParaRPr lang="en-US" sz="1600" dirty="0"/>
          </a:p>
          <a:p>
            <a:r>
              <a:rPr lang="en-US" sz="1600" b="1" dirty="0"/>
              <a:t>Pre-flight:</a:t>
            </a:r>
            <a:r>
              <a:rPr lang="en-US" sz="1600" dirty="0"/>
              <a:t> 10 days before launch</a:t>
            </a:r>
          </a:p>
          <a:p>
            <a:r>
              <a:rPr lang="en-US" sz="1600" b="1" dirty="0"/>
              <a:t>Post-flight:</a:t>
            </a:r>
            <a:r>
              <a:rPr lang="en-US" sz="1600" dirty="0"/>
              <a:t> 3 days after landing</a:t>
            </a:r>
          </a:p>
          <a:p>
            <a:endParaRPr lang="en-00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CDFC4-F48D-C385-DED6-296D2455A16D}"/>
              </a:ext>
            </a:extLst>
          </p:cNvPr>
          <p:cNvSpPr/>
          <p:nvPr/>
        </p:nvSpPr>
        <p:spPr>
          <a:xfrm>
            <a:off x="4697422" y="248711"/>
            <a:ext cx="2797156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3300" dirty="0">
                <a:solidFill>
                  <a:prstClr val="black"/>
                </a:solidFill>
                <a:latin typeface="Californian FB" panose="0207040306080B030204" pitchFamily="18" charset="0"/>
              </a:rPr>
              <a:t>OSD-481 study </a:t>
            </a: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F32B5068-6704-E29C-599D-B8763455C8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3675903" y="1559461"/>
            <a:ext cx="2560320" cy="878477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693C764A-DA65-D1FB-AB6E-BDED36D5D055}"/>
              </a:ext>
            </a:extLst>
          </p:cNvPr>
          <p:cNvSpPr/>
          <p:nvPr/>
        </p:nvSpPr>
        <p:spPr>
          <a:xfrm>
            <a:off x="4012067" y="1804799"/>
            <a:ext cx="2061482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Plasma exosomes Isolation</a:t>
            </a:r>
            <a:endParaRPr lang="en-US" sz="15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38B0F0FC-3C1F-09BD-E365-F46B9EC09D7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726076" y="2619981"/>
            <a:ext cx="313509" cy="1391194"/>
          </a:xfrm>
          <a:prstGeom prst="rect">
            <a:avLst/>
          </a:prstGeom>
        </p:spPr>
      </p:pic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05252F4D-2B5F-88F5-996D-222B2D7F077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817648" y="3349180"/>
            <a:ext cx="199209" cy="199209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1AD1B1B-6DF9-9C4A-F16B-688BCE04968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83227" y="3368548"/>
            <a:ext cx="199209" cy="199209"/>
          </a:xfrm>
          <a:prstGeom prst="rect">
            <a:avLst/>
          </a:prstGeom>
        </p:spPr>
      </p:pic>
      <p:pic>
        <p:nvPicPr>
          <p:cNvPr id="25" name="Image 6" descr="preencoded.png">
            <a:extLst>
              <a:ext uri="{FF2B5EF4-FFF2-40B4-BE49-F238E27FC236}">
                <a16:creationId xmlns:a16="http://schemas.microsoft.com/office/drawing/2014/main" id="{8E4E730D-F66A-96F7-1A96-60988856ADB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32132" y="3353261"/>
            <a:ext cx="199209" cy="199209"/>
          </a:xfrm>
          <a:prstGeom prst="rect">
            <a:avLst/>
          </a:prstGeom>
        </p:spPr>
      </p:pic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7A4BD21B-EA28-D987-2B21-9B7E50BD122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49836" y="3427296"/>
            <a:ext cx="199209" cy="199209"/>
          </a:xfrm>
          <a:prstGeom prst="rect">
            <a:avLst/>
          </a:prstGeom>
        </p:spPr>
      </p:pic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4BCCA819-59BD-BA49-1CC5-224D48A8302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816017" y="3417629"/>
            <a:ext cx="199209" cy="199209"/>
          </a:xfrm>
          <a:prstGeom prst="rect">
            <a:avLst/>
          </a:prstGeom>
        </p:spPr>
      </p:pic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EC0393D1-69D1-3A49-B15B-A1B638485A1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817648" y="3501332"/>
            <a:ext cx="199209" cy="199209"/>
          </a:xfrm>
          <a:prstGeom prst="rect">
            <a:avLst/>
          </a:prstGeom>
        </p:spPr>
      </p:pic>
      <p:pic>
        <p:nvPicPr>
          <p:cNvPr id="30" name="Image 10" descr="preencoded.png">
            <a:extLst>
              <a:ext uri="{FF2B5EF4-FFF2-40B4-BE49-F238E27FC236}">
                <a16:creationId xmlns:a16="http://schemas.microsoft.com/office/drawing/2014/main" id="{AE8B918C-9D1F-0A96-CD7A-76701F46AA4E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83227" y="3520700"/>
            <a:ext cx="199209" cy="199209"/>
          </a:xfrm>
          <a:prstGeom prst="rect">
            <a:avLst/>
          </a:prstGeom>
        </p:spPr>
      </p:pic>
      <p:pic>
        <p:nvPicPr>
          <p:cNvPr id="31" name="Image 11" descr="preencoded.png">
            <a:extLst>
              <a:ext uri="{FF2B5EF4-FFF2-40B4-BE49-F238E27FC236}">
                <a16:creationId xmlns:a16="http://schemas.microsoft.com/office/drawing/2014/main" id="{40A15912-A275-6CE0-5AA3-F5D200339A3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32132" y="3505413"/>
            <a:ext cx="199209" cy="199209"/>
          </a:xfrm>
          <a:prstGeom prst="rect">
            <a:avLst/>
          </a:prstGeom>
        </p:spPr>
      </p:pic>
      <p:pic>
        <p:nvPicPr>
          <p:cNvPr id="32" name="Image 12" descr="preencoded.png">
            <a:extLst>
              <a:ext uri="{FF2B5EF4-FFF2-40B4-BE49-F238E27FC236}">
                <a16:creationId xmlns:a16="http://schemas.microsoft.com/office/drawing/2014/main" id="{F3A39DB2-C26B-BB45-7124-ADCE2688C34E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749836" y="3579448"/>
            <a:ext cx="199209" cy="199209"/>
          </a:xfrm>
          <a:prstGeom prst="rect">
            <a:avLst/>
          </a:prstGeom>
        </p:spPr>
      </p:pic>
      <p:pic>
        <p:nvPicPr>
          <p:cNvPr id="33" name="Image 13" descr="preencoded.png">
            <a:extLst>
              <a:ext uri="{FF2B5EF4-FFF2-40B4-BE49-F238E27FC236}">
                <a16:creationId xmlns:a16="http://schemas.microsoft.com/office/drawing/2014/main" id="{87951413-AF9B-7E61-0BC2-62958178B7C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816017" y="3569782"/>
            <a:ext cx="199209" cy="199209"/>
          </a:xfrm>
          <a:prstGeom prst="rect">
            <a:avLst/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A52A01E8-8531-D63E-3C04-F79CBA5E9B3C}"/>
              </a:ext>
            </a:extLst>
          </p:cNvPr>
          <p:cNvSpPr/>
          <p:nvPr/>
        </p:nvSpPr>
        <p:spPr>
          <a:xfrm>
            <a:off x="4593486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2</a:t>
            </a:r>
            <a:endParaRPr lang="en-US" sz="1500" dirty="0"/>
          </a:p>
        </p:txBody>
      </p:sp>
      <p:pic>
        <p:nvPicPr>
          <p:cNvPr id="37" name="Image 16" descr="preencoded.png">
            <a:extLst>
              <a:ext uri="{FF2B5EF4-FFF2-40B4-BE49-F238E27FC236}">
                <a16:creationId xmlns:a16="http://schemas.microsoft.com/office/drawing/2014/main" id="{E30BF768-AFE6-8C7B-8CFD-95ADE6908CE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445260" y="3305394"/>
            <a:ext cx="1123406" cy="182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518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F5A0-C33E-6C3A-72F6-CA6D485A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E5B3EE6-2363-9C4E-326D-610C625304D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2162" y="1559461"/>
            <a:ext cx="2478677" cy="8784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0CE3833-44D0-5E16-B5AF-0ADF8197D047}"/>
              </a:ext>
            </a:extLst>
          </p:cNvPr>
          <p:cNvSpPr/>
          <p:nvPr/>
        </p:nvSpPr>
        <p:spPr>
          <a:xfrm>
            <a:off x="1838326" y="1804799"/>
            <a:ext cx="1826759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Astronauts Blood Sample </a:t>
            </a:r>
            <a:endParaRPr lang="en-US" sz="15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7EB3BA8-D75B-EB18-CEFC-694682EE4C5E}"/>
              </a:ext>
            </a:extLst>
          </p:cNvPr>
          <p:cNvSpPr/>
          <p:nvPr/>
        </p:nvSpPr>
        <p:spPr>
          <a:xfrm>
            <a:off x="2417735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</a:t>
            </a:r>
            <a:endParaRPr lang="en-US" sz="1500" dirty="0"/>
          </a:p>
        </p:txBody>
      </p:sp>
      <p:pic>
        <p:nvPicPr>
          <p:cNvPr id="47" name="Image 30" descr="preencoded.png">
            <a:extLst>
              <a:ext uri="{FF2B5EF4-FFF2-40B4-BE49-F238E27FC236}">
                <a16:creationId xmlns:a16="http://schemas.microsoft.com/office/drawing/2014/main" id="{00AC64AD-B64B-D7AB-B916-B6FFB50CC17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3140301" y="2641636"/>
            <a:ext cx="310243" cy="1332411"/>
          </a:xfrm>
          <a:prstGeom prst="rect">
            <a:avLst/>
          </a:prstGeom>
        </p:spPr>
      </p:pic>
      <p:pic>
        <p:nvPicPr>
          <p:cNvPr id="51" name="Image 31" descr="preencoded.png">
            <a:extLst>
              <a:ext uri="{FF2B5EF4-FFF2-40B4-BE49-F238E27FC236}">
                <a16:creationId xmlns:a16="http://schemas.microsoft.com/office/drawing/2014/main" id="{FE1653DC-85CF-C006-2F4B-7EBEEDF13DE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/>
          <a:srcRect t="32338" b="35159"/>
          <a:stretch>
            <a:fillRect/>
          </a:stretch>
        </p:blipFill>
        <p:spPr>
          <a:xfrm>
            <a:off x="1502162" y="3079853"/>
            <a:ext cx="1479369" cy="64005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B268C16-5818-3539-994C-99407E2C717C}"/>
              </a:ext>
            </a:extLst>
          </p:cNvPr>
          <p:cNvSpPr txBox="1"/>
          <p:nvPr/>
        </p:nvSpPr>
        <p:spPr>
          <a:xfrm>
            <a:off x="1181238" y="4420063"/>
            <a:ext cx="3120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Sample Collection (n=3):</a:t>
            </a:r>
          </a:p>
          <a:p>
            <a:endParaRPr lang="en-US" sz="1600" dirty="0"/>
          </a:p>
          <a:p>
            <a:r>
              <a:rPr lang="en-US" sz="1600" b="1" dirty="0"/>
              <a:t>Pre-flight:</a:t>
            </a:r>
            <a:r>
              <a:rPr lang="en-US" sz="1600" dirty="0"/>
              <a:t> 10 days before launch</a:t>
            </a:r>
          </a:p>
          <a:p>
            <a:r>
              <a:rPr lang="en-US" sz="1600" b="1" dirty="0"/>
              <a:t>Post-flight:</a:t>
            </a:r>
            <a:r>
              <a:rPr lang="en-US" sz="1600" dirty="0"/>
              <a:t> 3 days after landing</a:t>
            </a:r>
          </a:p>
          <a:p>
            <a:endParaRPr lang="en-00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D1505-D1E9-7628-D589-910616C9EAC6}"/>
              </a:ext>
            </a:extLst>
          </p:cNvPr>
          <p:cNvSpPr/>
          <p:nvPr/>
        </p:nvSpPr>
        <p:spPr>
          <a:xfrm>
            <a:off x="4697422" y="248711"/>
            <a:ext cx="2797156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3300" dirty="0">
                <a:solidFill>
                  <a:prstClr val="black"/>
                </a:solidFill>
                <a:latin typeface="Californian FB" panose="0207040306080B030204" pitchFamily="18" charset="0"/>
              </a:rPr>
              <a:t>OSD-481 study </a:t>
            </a: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A6E593BD-A747-DF61-FB48-863E4B357D5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675903" y="1559461"/>
            <a:ext cx="2560320" cy="878477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D87C803F-886D-0D62-EF61-3E6E2A192123}"/>
              </a:ext>
            </a:extLst>
          </p:cNvPr>
          <p:cNvSpPr/>
          <p:nvPr/>
        </p:nvSpPr>
        <p:spPr>
          <a:xfrm>
            <a:off x="4012067" y="1804799"/>
            <a:ext cx="2061482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Plasma exosomes Isolation</a:t>
            </a:r>
            <a:endParaRPr lang="en-US" sz="15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6EB698E0-AF68-F3E7-5A38-14AD5F34685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726076" y="2619981"/>
            <a:ext cx="313509" cy="1391194"/>
          </a:xfrm>
          <a:prstGeom prst="rect">
            <a:avLst/>
          </a:prstGeom>
        </p:spPr>
      </p:pic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1B64763B-1639-96DD-7070-8046959008D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17648" y="3349180"/>
            <a:ext cx="199209" cy="199209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71E97019-4EC8-76B9-4930-D6D96C88B5F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783227" y="3368548"/>
            <a:ext cx="199209" cy="199209"/>
          </a:xfrm>
          <a:prstGeom prst="rect">
            <a:avLst/>
          </a:prstGeom>
        </p:spPr>
      </p:pic>
      <p:pic>
        <p:nvPicPr>
          <p:cNvPr id="25" name="Image 6" descr="preencoded.png">
            <a:extLst>
              <a:ext uri="{FF2B5EF4-FFF2-40B4-BE49-F238E27FC236}">
                <a16:creationId xmlns:a16="http://schemas.microsoft.com/office/drawing/2014/main" id="{9ACFCA61-CFD5-B3E1-7B72-337211B2574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732132" y="3353261"/>
            <a:ext cx="199209" cy="199209"/>
          </a:xfrm>
          <a:prstGeom prst="rect">
            <a:avLst/>
          </a:prstGeom>
        </p:spPr>
      </p:pic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1937F91B-4ECC-0939-2AB8-31DE03CA5E2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749836" y="3427296"/>
            <a:ext cx="199209" cy="199209"/>
          </a:xfrm>
          <a:prstGeom prst="rect">
            <a:avLst/>
          </a:prstGeom>
        </p:spPr>
      </p:pic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0F3623ED-B2BD-30B2-FF61-32D9D08D5B2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16017" y="3417629"/>
            <a:ext cx="199209" cy="199209"/>
          </a:xfrm>
          <a:prstGeom prst="rect">
            <a:avLst/>
          </a:prstGeom>
        </p:spPr>
      </p:pic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485C7502-12A0-DBC5-79C2-50CD79976EF6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17648" y="3501332"/>
            <a:ext cx="199209" cy="199209"/>
          </a:xfrm>
          <a:prstGeom prst="rect">
            <a:avLst/>
          </a:prstGeom>
        </p:spPr>
      </p:pic>
      <p:pic>
        <p:nvPicPr>
          <p:cNvPr id="30" name="Image 10" descr="preencoded.png">
            <a:extLst>
              <a:ext uri="{FF2B5EF4-FFF2-40B4-BE49-F238E27FC236}">
                <a16:creationId xmlns:a16="http://schemas.microsoft.com/office/drawing/2014/main" id="{B06CAEBA-813A-5FAF-9031-5455685D55E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783227" y="3520700"/>
            <a:ext cx="199209" cy="199209"/>
          </a:xfrm>
          <a:prstGeom prst="rect">
            <a:avLst/>
          </a:prstGeom>
        </p:spPr>
      </p:pic>
      <p:pic>
        <p:nvPicPr>
          <p:cNvPr id="31" name="Image 11" descr="preencoded.png">
            <a:extLst>
              <a:ext uri="{FF2B5EF4-FFF2-40B4-BE49-F238E27FC236}">
                <a16:creationId xmlns:a16="http://schemas.microsoft.com/office/drawing/2014/main" id="{8A0FB23B-2B3B-09E8-128B-6B51742BE6E1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732132" y="3505413"/>
            <a:ext cx="199209" cy="199209"/>
          </a:xfrm>
          <a:prstGeom prst="rect">
            <a:avLst/>
          </a:prstGeom>
        </p:spPr>
      </p:pic>
      <p:pic>
        <p:nvPicPr>
          <p:cNvPr id="32" name="Image 12" descr="preencoded.png">
            <a:extLst>
              <a:ext uri="{FF2B5EF4-FFF2-40B4-BE49-F238E27FC236}">
                <a16:creationId xmlns:a16="http://schemas.microsoft.com/office/drawing/2014/main" id="{BC81E369-A3A6-9813-4228-53AB7E774158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749836" y="3579448"/>
            <a:ext cx="199209" cy="199209"/>
          </a:xfrm>
          <a:prstGeom prst="rect">
            <a:avLst/>
          </a:prstGeom>
        </p:spPr>
      </p:pic>
      <p:pic>
        <p:nvPicPr>
          <p:cNvPr id="33" name="Image 13" descr="preencoded.png">
            <a:extLst>
              <a:ext uri="{FF2B5EF4-FFF2-40B4-BE49-F238E27FC236}">
                <a16:creationId xmlns:a16="http://schemas.microsoft.com/office/drawing/2014/main" id="{3426120A-00D0-9448-E8F6-CBB9EE673DDE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16017" y="3569782"/>
            <a:ext cx="199209" cy="199209"/>
          </a:xfrm>
          <a:prstGeom prst="rect">
            <a:avLst/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A4B9F091-FB5F-7E6B-5AC8-F85B948409A3}"/>
              </a:ext>
            </a:extLst>
          </p:cNvPr>
          <p:cNvSpPr/>
          <p:nvPr/>
        </p:nvSpPr>
        <p:spPr>
          <a:xfrm>
            <a:off x="4593486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2</a:t>
            </a:r>
            <a:endParaRPr lang="en-US" sz="1500" dirty="0"/>
          </a:p>
        </p:txBody>
      </p:sp>
      <p:pic>
        <p:nvPicPr>
          <p:cNvPr id="37" name="Image 16" descr="preencoded.png">
            <a:extLst>
              <a:ext uri="{FF2B5EF4-FFF2-40B4-BE49-F238E27FC236}">
                <a16:creationId xmlns:a16="http://schemas.microsoft.com/office/drawing/2014/main" id="{9203D513-75CF-305F-FB81-01FBCEE27FC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445260" y="3305394"/>
            <a:ext cx="1123406" cy="182880"/>
          </a:xfrm>
          <a:prstGeom prst="rect">
            <a:avLst/>
          </a:prstGeom>
        </p:spPr>
      </p:pic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DD4AB8E3-9882-448D-DF9B-498106F57F18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5879841" y="1559461"/>
            <a:ext cx="2387237" cy="878477"/>
          </a:xfrm>
          <a:prstGeom prst="rect">
            <a:avLst/>
          </a:prstGeom>
        </p:spPr>
      </p:pic>
      <p:pic>
        <p:nvPicPr>
          <p:cNvPr id="39" name="Image 14" descr="preencoded.png">
            <a:extLst>
              <a:ext uri="{FF2B5EF4-FFF2-40B4-BE49-F238E27FC236}">
                <a16:creationId xmlns:a16="http://schemas.microsoft.com/office/drawing/2014/main" id="{BF23AAAE-619A-5D93-5D79-5AF19508DCD6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6223702" y="2884120"/>
            <a:ext cx="1342209" cy="1025434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5A8E8812-E7BD-DED5-5017-9E3CD2A2019E}"/>
              </a:ext>
            </a:extLst>
          </p:cNvPr>
          <p:cNvSpPr/>
          <p:nvPr/>
        </p:nvSpPr>
        <p:spPr>
          <a:xfrm>
            <a:off x="6185808" y="1794664"/>
            <a:ext cx="1928384" cy="43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uantitate exosome cargo</a:t>
            </a:r>
            <a:endParaRPr lang="en-US" sz="1500" dirty="0"/>
          </a:p>
        </p:txBody>
      </p:sp>
      <p:pic>
        <p:nvPicPr>
          <p:cNvPr id="41" name="Image 17" descr="preencoded.png">
            <a:extLst>
              <a:ext uri="{FF2B5EF4-FFF2-40B4-BE49-F238E27FC236}">
                <a16:creationId xmlns:a16="http://schemas.microsoft.com/office/drawing/2014/main" id="{5EC744DB-0F3C-C70B-97EE-5B4DFACFA493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5096141" y="3325805"/>
            <a:ext cx="1123406" cy="182880"/>
          </a:xfrm>
          <a:prstGeom prst="rect">
            <a:avLst/>
          </a:prstGeom>
        </p:spPr>
      </p:pic>
      <p:sp>
        <p:nvSpPr>
          <p:cNvPr id="42" name="Text 10">
            <a:extLst>
              <a:ext uri="{FF2B5EF4-FFF2-40B4-BE49-F238E27FC236}">
                <a16:creationId xmlns:a16="http://schemas.microsoft.com/office/drawing/2014/main" id="{C7A55228-9433-D6AD-42B6-09E2E4AA5DC8}"/>
              </a:ext>
            </a:extLst>
          </p:cNvPr>
          <p:cNvSpPr/>
          <p:nvPr/>
        </p:nvSpPr>
        <p:spPr>
          <a:xfrm>
            <a:off x="6769239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3</a:t>
            </a:r>
            <a:endParaRPr lang="en-US" sz="15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5BE2A9B5-3DF8-4F12-3A71-5DB14193F3E9}"/>
              </a:ext>
            </a:extLst>
          </p:cNvPr>
          <p:cNvSpPr/>
          <p:nvPr/>
        </p:nvSpPr>
        <p:spPr>
          <a:xfrm>
            <a:off x="6939545" y="3832674"/>
            <a:ext cx="75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964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mRNAs</a:t>
            </a:r>
            <a:endParaRPr lang="en-US" sz="964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6A5CBBBC-BD59-1BB6-0EDF-4DCFC6731234}"/>
              </a:ext>
            </a:extLst>
          </p:cNvPr>
          <p:cNvSpPr/>
          <p:nvPr/>
        </p:nvSpPr>
        <p:spPr>
          <a:xfrm>
            <a:off x="6612606" y="4004052"/>
            <a:ext cx="75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964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miRNAs</a:t>
            </a:r>
            <a:endParaRPr lang="en-US" sz="964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2965D1F4-9CDD-5005-0595-BE9471F7091E}"/>
              </a:ext>
            </a:extLst>
          </p:cNvPr>
          <p:cNvSpPr/>
          <p:nvPr/>
        </p:nvSpPr>
        <p:spPr>
          <a:xfrm>
            <a:off x="7099299" y="4098319"/>
            <a:ext cx="597015" cy="21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964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IncRNAs</a:t>
            </a:r>
            <a:endParaRPr lang="en-US" sz="964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516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1D86-B3F4-3490-5628-184B37CC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473EF2B-D7B8-8E6A-958D-0786DE8404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502162" y="1559461"/>
            <a:ext cx="2478677" cy="8784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ECCD2BC-51BC-5B1C-2EDD-FB2A171EA4C7}"/>
              </a:ext>
            </a:extLst>
          </p:cNvPr>
          <p:cNvSpPr/>
          <p:nvPr/>
        </p:nvSpPr>
        <p:spPr>
          <a:xfrm>
            <a:off x="1838326" y="1804799"/>
            <a:ext cx="1826759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Astronauts Blood Sample </a:t>
            </a:r>
            <a:endParaRPr lang="en-US" sz="15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91FB32B2-2EF1-6CD6-ACB1-5F0A182B1400}"/>
              </a:ext>
            </a:extLst>
          </p:cNvPr>
          <p:cNvSpPr/>
          <p:nvPr/>
        </p:nvSpPr>
        <p:spPr>
          <a:xfrm>
            <a:off x="2417735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</a:t>
            </a:r>
            <a:endParaRPr lang="en-US" sz="1500" dirty="0"/>
          </a:p>
        </p:txBody>
      </p:sp>
      <p:pic>
        <p:nvPicPr>
          <p:cNvPr id="47" name="Image 30" descr="preencoded.png">
            <a:extLst>
              <a:ext uri="{FF2B5EF4-FFF2-40B4-BE49-F238E27FC236}">
                <a16:creationId xmlns:a16="http://schemas.microsoft.com/office/drawing/2014/main" id="{646B5FB6-0ABD-D371-3AAA-D8D453188FE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3140301" y="2641636"/>
            <a:ext cx="310243" cy="1332411"/>
          </a:xfrm>
          <a:prstGeom prst="rect">
            <a:avLst/>
          </a:prstGeom>
        </p:spPr>
      </p:pic>
      <p:pic>
        <p:nvPicPr>
          <p:cNvPr id="51" name="Image 31" descr="preencoded.png">
            <a:extLst>
              <a:ext uri="{FF2B5EF4-FFF2-40B4-BE49-F238E27FC236}">
                <a16:creationId xmlns:a16="http://schemas.microsoft.com/office/drawing/2014/main" id="{FA133FFC-2998-2CBA-A99C-64CB4C2B293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7"/>
          <a:srcRect t="32338" b="35159"/>
          <a:stretch>
            <a:fillRect/>
          </a:stretch>
        </p:blipFill>
        <p:spPr>
          <a:xfrm>
            <a:off x="1502162" y="3079853"/>
            <a:ext cx="1479369" cy="64005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CE43FFE-2A4D-F4A7-03E6-BC1375B72713}"/>
              </a:ext>
            </a:extLst>
          </p:cNvPr>
          <p:cNvSpPr txBox="1"/>
          <p:nvPr/>
        </p:nvSpPr>
        <p:spPr>
          <a:xfrm>
            <a:off x="1181238" y="4420063"/>
            <a:ext cx="312051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Sample Collection (n=3):</a:t>
            </a:r>
          </a:p>
          <a:p>
            <a:endParaRPr lang="en-US" sz="1600" dirty="0"/>
          </a:p>
          <a:p>
            <a:r>
              <a:rPr lang="en-US" sz="1600" b="1" dirty="0"/>
              <a:t>Pre-flight:</a:t>
            </a:r>
            <a:r>
              <a:rPr lang="en-US" sz="1600" dirty="0"/>
              <a:t> 10 days before launch</a:t>
            </a:r>
          </a:p>
          <a:p>
            <a:r>
              <a:rPr lang="en-US" sz="1600" b="1" dirty="0"/>
              <a:t>Post-flight:</a:t>
            </a:r>
            <a:r>
              <a:rPr lang="en-US" sz="1600" dirty="0"/>
              <a:t> 3 days after landing</a:t>
            </a:r>
          </a:p>
          <a:p>
            <a:endParaRPr lang="en-00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B7DAFC-FF34-03F7-ADAA-2BC30CA32E06}"/>
              </a:ext>
            </a:extLst>
          </p:cNvPr>
          <p:cNvSpPr/>
          <p:nvPr/>
        </p:nvSpPr>
        <p:spPr>
          <a:xfrm>
            <a:off x="4697422" y="248711"/>
            <a:ext cx="2797156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3300" dirty="0">
                <a:solidFill>
                  <a:prstClr val="black"/>
                </a:solidFill>
                <a:latin typeface="Californian FB" panose="0207040306080B030204" pitchFamily="18" charset="0"/>
              </a:rPr>
              <a:t>OSD-481 study </a:t>
            </a: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97CD039E-71C7-246C-353C-D7C0B5E0508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675903" y="1559461"/>
            <a:ext cx="2560320" cy="878477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BE937A65-D836-0657-D2C9-F206975C6739}"/>
              </a:ext>
            </a:extLst>
          </p:cNvPr>
          <p:cNvSpPr/>
          <p:nvPr/>
        </p:nvSpPr>
        <p:spPr>
          <a:xfrm>
            <a:off x="4012067" y="1804799"/>
            <a:ext cx="2061482" cy="47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Plasma exosomes Isolation</a:t>
            </a:r>
            <a:endParaRPr lang="en-US" sz="15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DB9FCE89-2DB5-B2B3-8F80-25D07CD2D06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726076" y="2619981"/>
            <a:ext cx="313509" cy="1391194"/>
          </a:xfrm>
          <a:prstGeom prst="rect">
            <a:avLst/>
          </a:prstGeom>
        </p:spPr>
      </p:pic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70E89D2E-9778-07F3-5908-4A7EC0AE57F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817648" y="3349180"/>
            <a:ext cx="199209" cy="199209"/>
          </a:xfrm>
          <a:prstGeom prst="rect">
            <a:avLst/>
          </a:prstGeom>
        </p:spPr>
      </p:pic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31CE3CD5-301C-4A4A-9744-83137ECD2FE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83227" y="3368548"/>
            <a:ext cx="199209" cy="199209"/>
          </a:xfrm>
          <a:prstGeom prst="rect">
            <a:avLst/>
          </a:prstGeom>
        </p:spPr>
      </p:pic>
      <p:pic>
        <p:nvPicPr>
          <p:cNvPr id="25" name="Image 6" descr="preencoded.png">
            <a:extLst>
              <a:ext uri="{FF2B5EF4-FFF2-40B4-BE49-F238E27FC236}">
                <a16:creationId xmlns:a16="http://schemas.microsoft.com/office/drawing/2014/main" id="{03B34CC0-66A3-F354-A087-20D8DCAF614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32132" y="3353261"/>
            <a:ext cx="199209" cy="199209"/>
          </a:xfrm>
          <a:prstGeom prst="rect">
            <a:avLst/>
          </a:prstGeom>
        </p:spPr>
      </p:pic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AD39CEF8-4A47-CFAD-218F-82B9F080703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49836" y="3427296"/>
            <a:ext cx="199209" cy="199209"/>
          </a:xfrm>
          <a:prstGeom prst="rect">
            <a:avLst/>
          </a:prstGeom>
        </p:spPr>
      </p:pic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17082C42-CF69-61F3-E97B-1D9D5DAB8DE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816017" y="3417629"/>
            <a:ext cx="199209" cy="199209"/>
          </a:xfrm>
          <a:prstGeom prst="rect">
            <a:avLst/>
          </a:prstGeom>
        </p:spPr>
      </p:pic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7FB10D8F-3070-EB28-92A8-CCF81B1B640E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817648" y="3501332"/>
            <a:ext cx="199209" cy="199209"/>
          </a:xfrm>
          <a:prstGeom prst="rect">
            <a:avLst/>
          </a:prstGeom>
        </p:spPr>
      </p:pic>
      <p:pic>
        <p:nvPicPr>
          <p:cNvPr id="30" name="Image 10" descr="preencoded.png">
            <a:extLst>
              <a:ext uri="{FF2B5EF4-FFF2-40B4-BE49-F238E27FC236}">
                <a16:creationId xmlns:a16="http://schemas.microsoft.com/office/drawing/2014/main" id="{C3FBBE76-01CA-6480-0C2E-543808B7AED8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83227" y="3520700"/>
            <a:ext cx="199209" cy="199209"/>
          </a:xfrm>
          <a:prstGeom prst="rect">
            <a:avLst/>
          </a:prstGeom>
        </p:spPr>
      </p:pic>
      <p:pic>
        <p:nvPicPr>
          <p:cNvPr id="31" name="Image 11" descr="preencoded.png">
            <a:extLst>
              <a:ext uri="{FF2B5EF4-FFF2-40B4-BE49-F238E27FC236}">
                <a16:creationId xmlns:a16="http://schemas.microsoft.com/office/drawing/2014/main" id="{92C7C73E-8DC4-0B80-43B3-BABC01BFD77E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32132" y="3505413"/>
            <a:ext cx="199209" cy="199209"/>
          </a:xfrm>
          <a:prstGeom prst="rect">
            <a:avLst/>
          </a:prstGeom>
        </p:spPr>
      </p:pic>
      <p:pic>
        <p:nvPicPr>
          <p:cNvPr id="32" name="Image 12" descr="preencoded.png">
            <a:extLst>
              <a:ext uri="{FF2B5EF4-FFF2-40B4-BE49-F238E27FC236}">
                <a16:creationId xmlns:a16="http://schemas.microsoft.com/office/drawing/2014/main" id="{6D6550B7-22C5-65FE-962C-CAA7ACBD3991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749836" y="3579448"/>
            <a:ext cx="199209" cy="199209"/>
          </a:xfrm>
          <a:prstGeom prst="rect">
            <a:avLst/>
          </a:prstGeom>
        </p:spPr>
      </p:pic>
      <p:pic>
        <p:nvPicPr>
          <p:cNvPr id="33" name="Image 13" descr="preencoded.png">
            <a:extLst>
              <a:ext uri="{FF2B5EF4-FFF2-40B4-BE49-F238E27FC236}">
                <a16:creationId xmlns:a16="http://schemas.microsoft.com/office/drawing/2014/main" id="{617BD471-901B-C29A-B47F-09612195EFC5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816017" y="3569782"/>
            <a:ext cx="199209" cy="199209"/>
          </a:xfrm>
          <a:prstGeom prst="rect">
            <a:avLst/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C4AB20B7-D580-EB10-17C3-1421292177C4}"/>
              </a:ext>
            </a:extLst>
          </p:cNvPr>
          <p:cNvSpPr/>
          <p:nvPr/>
        </p:nvSpPr>
        <p:spPr>
          <a:xfrm>
            <a:off x="4593486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2</a:t>
            </a:r>
            <a:endParaRPr lang="en-US" sz="1500" dirty="0"/>
          </a:p>
        </p:txBody>
      </p:sp>
      <p:pic>
        <p:nvPicPr>
          <p:cNvPr id="37" name="Image 16" descr="preencoded.png">
            <a:extLst>
              <a:ext uri="{FF2B5EF4-FFF2-40B4-BE49-F238E27FC236}">
                <a16:creationId xmlns:a16="http://schemas.microsoft.com/office/drawing/2014/main" id="{65BDC932-BDCC-C0BB-E8C5-C451D1C94E6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3445260" y="3305394"/>
            <a:ext cx="1123406" cy="182880"/>
          </a:xfrm>
          <a:prstGeom prst="rect">
            <a:avLst/>
          </a:prstGeom>
        </p:spPr>
      </p:pic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3EA7F7F8-3788-9931-B37D-0B4B3DAADE7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5879841" y="1559461"/>
            <a:ext cx="2387237" cy="878477"/>
          </a:xfrm>
          <a:prstGeom prst="rect">
            <a:avLst/>
          </a:prstGeom>
        </p:spPr>
      </p:pic>
      <p:pic>
        <p:nvPicPr>
          <p:cNvPr id="39" name="Image 14" descr="preencoded.png">
            <a:extLst>
              <a:ext uri="{FF2B5EF4-FFF2-40B4-BE49-F238E27FC236}">
                <a16:creationId xmlns:a16="http://schemas.microsoft.com/office/drawing/2014/main" id="{0636151B-B1B3-CACE-D7A5-DC5E12DE8BF8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6223702" y="2884120"/>
            <a:ext cx="1342209" cy="1025434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D7C2538B-9EDA-36FE-4250-27D6DAF943AD}"/>
              </a:ext>
            </a:extLst>
          </p:cNvPr>
          <p:cNvSpPr/>
          <p:nvPr/>
        </p:nvSpPr>
        <p:spPr>
          <a:xfrm>
            <a:off x="6185808" y="1794664"/>
            <a:ext cx="1928384" cy="43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uantitate exosome cargo</a:t>
            </a:r>
            <a:endParaRPr lang="en-US" sz="1500" dirty="0"/>
          </a:p>
        </p:txBody>
      </p:sp>
      <p:pic>
        <p:nvPicPr>
          <p:cNvPr id="41" name="Image 17" descr="preencoded.png">
            <a:extLst>
              <a:ext uri="{FF2B5EF4-FFF2-40B4-BE49-F238E27FC236}">
                <a16:creationId xmlns:a16="http://schemas.microsoft.com/office/drawing/2014/main" id="{510AD043-1C20-C3A1-8D20-95AA150A9E7C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5096141" y="3325805"/>
            <a:ext cx="1123406" cy="182880"/>
          </a:xfrm>
          <a:prstGeom prst="rect">
            <a:avLst/>
          </a:prstGeom>
        </p:spPr>
      </p:pic>
      <p:sp>
        <p:nvSpPr>
          <p:cNvPr id="42" name="Text 10">
            <a:extLst>
              <a:ext uri="{FF2B5EF4-FFF2-40B4-BE49-F238E27FC236}">
                <a16:creationId xmlns:a16="http://schemas.microsoft.com/office/drawing/2014/main" id="{D146545C-89EF-36B2-8AE3-87563D15D50B}"/>
              </a:ext>
            </a:extLst>
          </p:cNvPr>
          <p:cNvSpPr/>
          <p:nvPr/>
        </p:nvSpPr>
        <p:spPr>
          <a:xfrm>
            <a:off x="6769239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3</a:t>
            </a:r>
            <a:endParaRPr lang="en-US" sz="15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E798AC74-3E2F-9A55-ACF3-CC112FFD31DC}"/>
              </a:ext>
            </a:extLst>
          </p:cNvPr>
          <p:cNvSpPr/>
          <p:nvPr/>
        </p:nvSpPr>
        <p:spPr>
          <a:xfrm>
            <a:off x="6939545" y="3832674"/>
            <a:ext cx="75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964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mRNAs</a:t>
            </a:r>
            <a:endParaRPr lang="en-US" sz="964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F0CE4482-E066-11F3-D153-54DC725BED79}"/>
              </a:ext>
            </a:extLst>
          </p:cNvPr>
          <p:cNvSpPr/>
          <p:nvPr/>
        </p:nvSpPr>
        <p:spPr>
          <a:xfrm>
            <a:off x="6612606" y="4004052"/>
            <a:ext cx="75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964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miRNAs</a:t>
            </a:r>
            <a:endParaRPr lang="en-US" sz="964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595C353-BE4F-F597-B663-34DC472395BF}"/>
              </a:ext>
            </a:extLst>
          </p:cNvPr>
          <p:cNvSpPr/>
          <p:nvPr/>
        </p:nvSpPr>
        <p:spPr>
          <a:xfrm>
            <a:off x="7099299" y="4098319"/>
            <a:ext cx="597015" cy="21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964" b="1" dirty="0">
                <a:solidFill>
                  <a:srgbClr val="825C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IncRNAs</a:t>
            </a:r>
            <a:endParaRPr lang="en-US" sz="964" dirty="0"/>
          </a:p>
        </p:txBody>
      </p:sp>
      <p:pic>
        <p:nvPicPr>
          <p:cNvPr id="5" name="Image 15" descr="preencoded.png">
            <a:extLst>
              <a:ext uri="{FF2B5EF4-FFF2-40B4-BE49-F238E27FC236}">
                <a16:creationId xmlns:a16="http://schemas.microsoft.com/office/drawing/2014/main" id="{5DF5DFB5-F9BF-CF51-D46A-59D122F8E040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899491" y="1559461"/>
            <a:ext cx="2655026" cy="878477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5AAC352-58F2-4B54-669B-7131BD2229F7}"/>
              </a:ext>
            </a:extLst>
          </p:cNvPr>
          <p:cNvSpPr/>
          <p:nvPr/>
        </p:nvSpPr>
        <p:spPr>
          <a:xfrm>
            <a:off x="8359549" y="1762956"/>
            <a:ext cx="195942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393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Profiling and Computational analysis</a:t>
            </a:r>
            <a:endParaRPr lang="en-US" sz="1393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4D379D-A6E6-E409-175A-AFED7CB2066E}"/>
              </a:ext>
            </a:extLst>
          </p:cNvPr>
          <p:cNvSpPr/>
          <p:nvPr/>
        </p:nvSpPr>
        <p:spPr>
          <a:xfrm>
            <a:off x="7536609" y="3146415"/>
            <a:ext cx="106594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286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RNA Isolation</a:t>
            </a:r>
            <a:endParaRPr lang="en-US" sz="1286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80E795-DC45-38BA-5D5B-03944264B658}"/>
              </a:ext>
            </a:extLst>
          </p:cNvPr>
          <p:cNvSpPr/>
          <p:nvPr/>
        </p:nvSpPr>
        <p:spPr>
          <a:xfrm>
            <a:off x="9217728" y="3760359"/>
            <a:ext cx="1441201" cy="286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393" b="1" dirty="0">
                <a:solidFill>
                  <a:srgbClr val="317E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RNA-sequencing</a:t>
            </a:r>
            <a:endParaRPr lang="en-US" sz="139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6C2BC3-F8DB-1159-9E72-74DC2F670B48}"/>
              </a:ext>
            </a:extLst>
          </p:cNvPr>
          <p:cNvSpPr/>
          <p:nvPr/>
        </p:nvSpPr>
        <p:spPr>
          <a:xfrm>
            <a:off x="8976974" y="4004053"/>
            <a:ext cx="1745116" cy="632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97750"/>
              </a:lnSpc>
            </a:pPr>
            <a:r>
              <a:rPr lang="en-US" sz="1286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Identification of differentially expressed mRNA</a:t>
            </a:r>
            <a:endParaRPr lang="en-US" sz="1286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ED090AB-34AF-E64E-5192-D00C1DFDA99B}"/>
              </a:ext>
            </a:extLst>
          </p:cNvPr>
          <p:cNvSpPr/>
          <p:nvPr/>
        </p:nvSpPr>
        <p:spPr>
          <a:xfrm>
            <a:off x="9015498" y="1355763"/>
            <a:ext cx="647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7750"/>
              </a:lnSpc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4</a:t>
            </a:r>
            <a:endParaRPr lang="en-US" sz="1500" dirty="0"/>
          </a:p>
        </p:txBody>
      </p:sp>
      <p:pic>
        <p:nvPicPr>
          <p:cNvPr id="11" name="Image 29" descr="preencoded.png">
            <a:extLst>
              <a:ext uri="{FF2B5EF4-FFF2-40B4-BE49-F238E27FC236}">
                <a16:creationId xmlns:a16="http://schemas.microsoft.com/office/drawing/2014/main" id="{54DDD6EA-87C6-98B7-4AB3-36771EDF1070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8976973" y="2477532"/>
            <a:ext cx="1877786" cy="12834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327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DECF83-F424-6094-8D7E-6494B9AE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795" y="2309858"/>
            <a:ext cx="12241590" cy="268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3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F1FD5-C695-D1EA-C314-9EF3636F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6F4D1-FDE0-F663-9A59-C2CA864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Replication Trials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57D62-5A96-BD8F-0393-82936044F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en-US" sz="1900" dirty="0"/>
          </a:p>
          <a:p>
            <a:r>
              <a:rPr lang="en-US" sz="1900" dirty="0"/>
              <a:t>Several pipeline branches were tested because the method description was not specific enough to reproduce the exact output. </a:t>
            </a:r>
          </a:p>
          <a:p>
            <a:endParaRPr lang="en-US" sz="1900" dirty="0"/>
          </a:p>
          <a:p>
            <a:r>
              <a:rPr lang="en-US" sz="1900" dirty="0"/>
              <a:t>Main trials:</a:t>
            </a:r>
            <a:br>
              <a:rPr lang="en-US" sz="1900" dirty="0"/>
            </a:br>
            <a:r>
              <a:rPr lang="en-US" sz="1900" dirty="0"/>
              <a:t>	1-STAR with GENCODE v38; </a:t>
            </a:r>
          </a:p>
          <a:p>
            <a:pPr marL="0" indent="0">
              <a:buNone/>
            </a:pPr>
            <a:r>
              <a:rPr lang="en-US" sz="1900" dirty="0"/>
              <a:t>	2- STAR with GENCODE v37; </a:t>
            </a:r>
          </a:p>
          <a:p>
            <a:pPr marL="0" indent="0">
              <a:buNone/>
            </a:pPr>
            <a:r>
              <a:rPr lang="en-US" sz="1900" dirty="0"/>
              <a:t>	3- </a:t>
            </a:r>
            <a:r>
              <a:rPr lang="en-US" sz="1900" dirty="0" err="1"/>
              <a:t>FeatureCounts</a:t>
            </a:r>
            <a:r>
              <a:rPr lang="en-US" sz="1900" dirty="0"/>
              <a:t> with primary-only counting;</a:t>
            </a:r>
          </a:p>
          <a:p>
            <a:pPr marL="0" indent="0">
              <a:buNone/>
            </a:pPr>
            <a:r>
              <a:rPr lang="en-US" sz="1900" dirty="0"/>
              <a:t> 	4- </a:t>
            </a:r>
            <a:r>
              <a:rPr lang="en-US" sz="1900" dirty="0" err="1"/>
              <a:t>FeatureCounts</a:t>
            </a:r>
            <a:r>
              <a:rPr lang="en-US" sz="1900" dirty="0"/>
              <a:t> allowing multimapping reads; </a:t>
            </a:r>
          </a:p>
          <a:p>
            <a:pPr marL="0" indent="0">
              <a:buNone/>
            </a:pPr>
            <a:r>
              <a:rPr lang="en-US" sz="1900" dirty="0"/>
              <a:t>	5- </a:t>
            </a:r>
            <a:r>
              <a:rPr lang="en-US" sz="1900" dirty="0" err="1"/>
              <a:t>FeatureCounts</a:t>
            </a:r>
            <a:r>
              <a:rPr lang="en-US" sz="1900" dirty="0"/>
              <a:t> allowing multi-overlap reads and fractional counting; </a:t>
            </a:r>
          </a:p>
          <a:p>
            <a:pPr marL="0" indent="0">
              <a:buNone/>
            </a:pPr>
            <a:r>
              <a:rPr lang="en-US" sz="1900" dirty="0"/>
              <a:t>	6- Bowtie1 alignment branch because the workflow figure suggested Bowtie alignment.”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B984C-0D24-A6C8-0FAC-99445F49104B}"/>
              </a:ext>
            </a:extLst>
          </p:cNvPr>
          <p:cNvSpPr txBox="1"/>
          <p:nvPr/>
        </p:nvSpPr>
        <p:spPr>
          <a:xfrm>
            <a:off x="1645920" y="2743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25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F168C-C99B-B873-FCCF-F49A6B50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93CA4-913D-F28F-172E-DE260E9EB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238" y="602295"/>
            <a:ext cx="7772400" cy="5304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08639E-A3F1-5031-9121-2892DD88C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5111" y="0"/>
            <a:ext cx="72351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3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BF49-2A1E-6F76-4BF2-93FC42CB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D762A-1B66-5F7B-0B60-AA888DF0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3573" y="206878"/>
            <a:ext cx="7772400" cy="5304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1945C-6CF8-112B-60F3-3C5451FE4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79" y="0"/>
            <a:ext cx="723514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EA117A-8AAD-2988-6157-7BBE0069AD56}"/>
              </a:ext>
            </a:extLst>
          </p:cNvPr>
          <p:cNvSpPr/>
          <p:nvPr/>
        </p:nvSpPr>
        <p:spPr>
          <a:xfrm>
            <a:off x="2941348" y="7129956"/>
            <a:ext cx="3664169" cy="1932157"/>
          </a:xfrm>
          <a:prstGeom prst="rect">
            <a:avLst/>
          </a:prstGeom>
          <a:solidFill>
            <a:schemeClr val="accent1">
              <a:alpha val="3591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3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6E76-2995-D538-2268-41787D87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4A59F-B562-25A6-EEAD-C88B89EA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3573" y="206878"/>
            <a:ext cx="7772400" cy="5304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897C09-A589-96E1-F8BA-7A8C44340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79" y="0"/>
            <a:ext cx="723514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3A6D2A-6644-B2A0-AA1E-30804EA06913}"/>
              </a:ext>
            </a:extLst>
          </p:cNvPr>
          <p:cNvSpPr/>
          <p:nvPr/>
        </p:nvSpPr>
        <p:spPr>
          <a:xfrm>
            <a:off x="2750279" y="2598899"/>
            <a:ext cx="3664169" cy="1932157"/>
          </a:xfrm>
          <a:prstGeom prst="rect">
            <a:avLst/>
          </a:prstGeom>
          <a:solidFill>
            <a:schemeClr val="accent1">
              <a:alpha val="3591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64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5D9E4-FC2F-15E6-A6D6-3176BB6C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BCB51-867B-10C8-0BF1-592902D6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3573" y="206878"/>
            <a:ext cx="7772400" cy="5304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A88E0A-5205-3654-6EAE-4B46B2C54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79" y="0"/>
            <a:ext cx="723514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43C1E3-2825-26B4-6DC7-528A4E0CBDD2}"/>
              </a:ext>
            </a:extLst>
          </p:cNvPr>
          <p:cNvSpPr/>
          <p:nvPr/>
        </p:nvSpPr>
        <p:spPr>
          <a:xfrm>
            <a:off x="2750279" y="5511015"/>
            <a:ext cx="3345721" cy="521295"/>
          </a:xfrm>
          <a:prstGeom prst="rect">
            <a:avLst/>
          </a:prstGeom>
          <a:solidFill>
            <a:schemeClr val="accent1">
              <a:alpha val="3591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87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6B8D-5DCF-A344-61B8-0CC0A68E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1928A-436D-E577-6A54-8E31DB99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3573" y="206878"/>
            <a:ext cx="7772400" cy="5304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6CA399-4027-4778-3F02-2AD77FB2D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279" y="0"/>
            <a:ext cx="723514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A419D4-FEFB-A17A-3710-366844E9055B}"/>
              </a:ext>
            </a:extLst>
          </p:cNvPr>
          <p:cNvSpPr/>
          <p:nvPr/>
        </p:nvSpPr>
        <p:spPr>
          <a:xfrm>
            <a:off x="2750280" y="6018663"/>
            <a:ext cx="1999142" cy="191068"/>
          </a:xfrm>
          <a:prstGeom prst="rect">
            <a:avLst/>
          </a:prstGeom>
          <a:solidFill>
            <a:schemeClr val="accent1">
              <a:alpha val="3591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1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5BCCF-5550-B9F9-2A0A-33308D9C3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69847"/>
            <a:ext cx="7772400" cy="531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73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9EE867-032E-AAE1-D788-B54BB75536E4}"/>
              </a:ext>
            </a:extLst>
          </p:cNvPr>
          <p:cNvSpPr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Replication problems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F5E4A6-813A-9F8E-582C-77202AAE39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19165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1587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CFDF2-A84B-2E20-78B3-21517042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9DC50D-8D78-AC94-D858-A628C8696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6FEF36-A2A9-BED2-4BDF-0966E5CD118A}"/>
              </a:ext>
            </a:extLst>
          </p:cNvPr>
          <p:cNvSpPr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Paper results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171C47B-4E8B-B38E-4028-58067EF56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7D611-F9C2-72ED-A1C3-DA92BE943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580" y="244881"/>
            <a:ext cx="4675415" cy="636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5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857C1-9ED6-6090-50B6-239994FA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B46FC-7F2A-3656-FF6D-07A1EF38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Replication Trials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F0792-DF0C-2E23-A13D-208539925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1- Full Replication trial: staring from the raw RNA-seq files.</a:t>
            </a:r>
          </a:p>
          <a:p>
            <a:r>
              <a:rPr lang="en-US" sz="2000" dirty="0"/>
              <a:t>2- Partial Replication trial: starting from the GEO-derived lncRNA counts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261CB-ACB2-2AEA-D5ED-D047BE060CBF}"/>
              </a:ext>
            </a:extLst>
          </p:cNvPr>
          <p:cNvSpPr txBox="1"/>
          <p:nvPr/>
        </p:nvSpPr>
        <p:spPr>
          <a:xfrm>
            <a:off x="1645920" y="2743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02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DC56F-F8CE-185A-BDA3-27593F28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BD73AB4-7349-4108-D544-5619AC6667DA}"/>
              </a:ext>
            </a:extLst>
          </p:cNvPr>
          <p:cNvSpPr txBox="1"/>
          <p:nvPr/>
        </p:nvSpPr>
        <p:spPr>
          <a:xfrm>
            <a:off x="2640428" y="999025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Original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147F5-25B7-BD8B-B5AF-DE46E4E97F0C}"/>
              </a:ext>
            </a:extLst>
          </p:cNvPr>
          <p:cNvSpPr txBox="1"/>
          <p:nvPr/>
        </p:nvSpPr>
        <p:spPr>
          <a:xfrm>
            <a:off x="7967230" y="999025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Replication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3ED004-D53B-31E0-A2B4-C05F7BACA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27" r="47115" b="35724"/>
          <a:stretch>
            <a:fillRect/>
          </a:stretch>
        </p:blipFill>
        <p:spPr>
          <a:xfrm>
            <a:off x="2135948" y="1821138"/>
            <a:ext cx="3170128" cy="37760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BDB311-E0B7-8C50-B817-0AFAD2EDA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289" y="1460690"/>
            <a:ext cx="3472666" cy="449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63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CF07-CE6F-EB25-2E22-C567F736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240F3-CF13-F741-5941-34E3DBD1C0C3}"/>
              </a:ext>
            </a:extLst>
          </p:cNvPr>
          <p:cNvSpPr txBox="1"/>
          <p:nvPr/>
        </p:nvSpPr>
        <p:spPr>
          <a:xfrm>
            <a:off x="2640428" y="999025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Original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B898D-9D9D-3F3E-4EDC-D89D1FAF614A}"/>
              </a:ext>
            </a:extLst>
          </p:cNvPr>
          <p:cNvSpPr txBox="1"/>
          <p:nvPr/>
        </p:nvSpPr>
        <p:spPr>
          <a:xfrm>
            <a:off x="7967230" y="999025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Replication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67A43D-3770-F6E0-2B0C-0F99A7E5A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08" t="20364" b="54925"/>
          <a:stretch>
            <a:fillRect/>
          </a:stretch>
        </p:blipFill>
        <p:spPr>
          <a:xfrm>
            <a:off x="1247987" y="1971582"/>
            <a:ext cx="4060996" cy="2914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CD6FB1-1438-1A70-585D-52062E988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454" y="1535679"/>
            <a:ext cx="5154039" cy="378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8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1041D-A9BC-6D1B-BCAF-B7A1A5D2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66866-2424-C905-5A68-73E40C7E78A9}"/>
              </a:ext>
            </a:extLst>
          </p:cNvPr>
          <p:cNvSpPr txBox="1"/>
          <p:nvPr/>
        </p:nvSpPr>
        <p:spPr>
          <a:xfrm>
            <a:off x="2640428" y="999025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Original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0BC9B-BBEF-2D4A-7E0B-42419BE230A6}"/>
              </a:ext>
            </a:extLst>
          </p:cNvPr>
          <p:cNvSpPr txBox="1"/>
          <p:nvPr/>
        </p:nvSpPr>
        <p:spPr>
          <a:xfrm>
            <a:off x="7967230" y="999025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CFD4CA-3679-298B-9A35-A9CFF48D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08" t="45075" b="34055"/>
          <a:stretch>
            <a:fillRect/>
          </a:stretch>
        </p:blipFill>
        <p:spPr>
          <a:xfrm>
            <a:off x="1286036" y="2221141"/>
            <a:ext cx="3984899" cy="2415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F5E98-9F15-950B-E41A-D85014CA0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327" y="1600200"/>
            <a:ext cx="531368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56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A968-C98C-C35B-F846-C7A87AA5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B65283-64B1-F693-9C72-54987DA05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114" y="1952001"/>
            <a:ext cx="5294716" cy="3110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10D7A3-1D0C-DC57-65C5-0D27EAF3D1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277"/>
          <a:stretch>
            <a:fillRect/>
          </a:stretch>
        </p:blipFill>
        <p:spPr>
          <a:xfrm>
            <a:off x="785243" y="2256654"/>
            <a:ext cx="5294715" cy="25013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63D59C-3853-9BC1-C15A-7A3E127C5CC7}"/>
              </a:ext>
            </a:extLst>
          </p:cNvPr>
          <p:cNvSpPr txBox="1"/>
          <p:nvPr/>
        </p:nvSpPr>
        <p:spPr>
          <a:xfrm>
            <a:off x="2640428" y="999025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Original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62B36-A7D0-1BF6-2589-EE3303136CA8}"/>
              </a:ext>
            </a:extLst>
          </p:cNvPr>
          <p:cNvSpPr txBox="1"/>
          <p:nvPr/>
        </p:nvSpPr>
        <p:spPr>
          <a:xfrm>
            <a:off x="7967230" y="999025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Replication</a:t>
            </a:r>
          </a:p>
        </p:txBody>
      </p:sp>
    </p:spTree>
    <p:extLst>
      <p:ext uri="{BB962C8B-B14F-4D97-AF65-F5344CB8AC3E}">
        <p14:creationId xmlns:p14="http://schemas.microsoft.com/office/powerpoint/2010/main" val="4052446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EA8E2-02C3-AFB4-F6EE-1C3BC5D8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0373E-CFBE-6867-B095-3782562FC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Replication Trial Results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3376-23CF-E58D-0E75-2FE614694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Done using the GEO processed count matrix, rather than rebuilding counts from raw FASTQ files. </a:t>
            </a:r>
          </a:p>
          <a:p>
            <a:r>
              <a:rPr lang="en-US" sz="2200" dirty="0"/>
              <a:t>This got closer to the paper’s reported signal. </a:t>
            </a:r>
          </a:p>
          <a:p>
            <a:r>
              <a:rPr lang="en-US" sz="2200" dirty="0"/>
              <a:t>For example, using the GEO processed table with </a:t>
            </a:r>
            <a:r>
              <a:rPr lang="en-US" sz="2200" dirty="0" err="1"/>
              <a:t>RUVSeq</a:t>
            </a:r>
            <a:r>
              <a:rPr lang="en-US" sz="2200" dirty="0"/>
              <a:t> and </a:t>
            </a:r>
            <a:r>
              <a:rPr lang="en-US" sz="2200" dirty="0" err="1"/>
              <a:t>edgeR</a:t>
            </a:r>
            <a:r>
              <a:rPr lang="en-US" sz="2200" dirty="0"/>
              <a:t> recovered paper-like behavior for some of the reported genes.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95895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C07D6-D013-5780-A9DA-C99A1BAE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AE205-DE4C-84CC-526E-EE351CCD615C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Applied the same differential expression criteria reported in the paper: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FDR &lt; 0.05</a:t>
            </a:r>
            <a:r>
              <a:rPr lang="en-US" sz="1900" dirty="0"/>
              <a:t>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Fold Change &gt; 2</a:t>
            </a:r>
            <a:r>
              <a:rPr lang="en-US" sz="1900" dirty="0"/>
              <a:t>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P-value &lt; 0.001</a:t>
            </a:r>
            <a:r>
              <a:rPr lang="en-US" sz="1900" dirty="0"/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Using these exact filters, only </a:t>
            </a:r>
            <a:r>
              <a:rPr lang="en-US" sz="1900" b="1" dirty="0"/>
              <a:t>10 genes</a:t>
            </a:r>
            <a:r>
              <a:rPr lang="en-US" sz="1900" dirty="0"/>
              <a:t> met all three criteria.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The remaining </a:t>
            </a:r>
            <a:r>
              <a:rPr lang="en-US" sz="1900" b="1" dirty="0"/>
              <a:t>17 genes</a:t>
            </a:r>
            <a:r>
              <a:rPr lang="en-US" sz="1900" dirty="0"/>
              <a:t> reported in the paper did </a:t>
            </a:r>
            <a:r>
              <a:rPr lang="en-US" sz="1900" b="1" dirty="0"/>
              <a:t>not</a:t>
            </a:r>
            <a:r>
              <a:rPr lang="en-US" sz="1900" dirty="0"/>
              <a:t> satisfy at least one of the three stated criteria in our replicated analysis.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D0C380-027B-4F7D-BB58-58051D9B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830" y="386230"/>
            <a:ext cx="4014216" cy="2960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9979C2-4A6A-42CF-1793-54153CCD5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370" y="3963776"/>
            <a:ext cx="4485582" cy="29604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CA777F5-B1FD-3580-28D9-845A095E2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08" y="7652308"/>
            <a:ext cx="3900101" cy="2925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709B6A-1256-17CA-909F-D53A93904E35}"/>
              </a:ext>
            </a:extLst>
          </p:cNvPr>
          <p:cNvSpPr txBox="1"/>
          <p:nvPr/>
        </p:nvSpPr>
        <p:spPr>
          <a:xfrm>
            <a:off x="640080" y="1352243"/>
            <a:ext cx="6337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Partial Replication Trial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D1519-20BD-AD07-D667-7D2F145EC5EB}"/>
              </a:ext>
            </a:extLst>
          </p:cNvPr>
          <p:cNvSpPr txBox="1"/>
          <p:nvPr/>
        </p:nvSpPr>
        <p:spPr>
          <a:xfrm>
            <a:off x="8984354" y="98314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Original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5FE6B-171E-446A-4182-58A120274F83}"/>
              </a:ext>
            </a:extLst>
          </p:cNvPr>
          <p:cNvSpPr txBox="1"/>
          <p:nvPr/>
        </p:nvSpPr>
        <p:spPr>
          <a:xfrm>
            <a:off x="9172547" y="3568370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Replication</a:t>
            </a:r>
          </a:p>
        </p:txBody>
      </p:sp>
    </p:spTree>
    <p:extLst>
      <p:ext uri="{BB962C8B-B14F-4D97-AF65-F5344CB8AC3E}">
        <p14:creationId xmlns:p14="http://schemas.microsoft.com/office/powerpoint/2010/main" val="4265965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5C804-5B50-DDAB-9560-8015B7A55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87BEBB-D290-54D8-FD85-78A20190B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1EBD041-0942-0CA7-416B-24713666F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4214D2-3306-B547-187B-0D9B67DA4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08" y="7652308"/>
            <a:ext cx="3900101" cy="2925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6343C-86F2-7683-B96B-DDA7825EE1E7}"/>
              </a:ext>
            </a:extLst>
          </p:cNvPr>
          <p:cNvSpPr txBox="1"/>
          <p:nvPr/>
        </p:nvSpPr>
        <p:spPr>
          <a:xfrm>
            <a:off x="640080" y="1352243"/>
            <a:ext cx="6337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Partial Replication Trial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994AE-AAD9-1A10-6419-583D6A0036E7}"/>
              </a:ext>
            </a:extLst>
          </p:cNvPr>
          <p:cNvSpPr txBox="1"/>
          <p:nvPr/>
        </p:nvSpPr>
        <p:spPr>
          <a:xfrm>
            <a:off x="1909454" y="2691742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Original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F55A4-57EF-C0E9-8AC8-295001515ECB}"/>
              </a:ext>
            </a:extLst>
          </p:cNvPr>
          <p:cNvSpPr txBox="1"/>
          <p:nvPr/>
        </p:nvSpPr>
        <p:spPr>
          <a:xfrm>
            <a:off x="8121378" y="2746658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AC5D9-A5F7-6EAE-D03D-07FA8F4B2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427" y="3277914"/>
            <a:ext cx="5664687" cy="2698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0FC95-738C-3626-3002-AA037F454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26" y="3277914"/>
            <a:ext cx="5699464" cy="269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13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09BD2-0997-0E28-3F3F-A2B6028C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C5D7F6E-E1DF-203D-F8B3-3F40E0F0F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C2A7379-18AC-64CE-4083-69E1D516C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B8061-5982-311F-7F5D-36F8C2D21316}"/>
              </a:ext>
            </a:extLst>
          </p:cNvPr>
          <p:cNvSpPr txBox="1"/>
          <p:nvPr/>
        </p:nvSpPr>
        <p:spPr>
          <a:xfrm>
            <a:off x="7303383" y="3696583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Original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32055-576D-1420-8FF1-92B03EB484BA}"/>
              </a:ext>
            </a:extLst>
          </p:cNvPr>
          <p:cNvSpPr txBox="1"/>
          <p:nvPr/>
        </p:nvSpPr>
        <p:spPr>
          <a:xfrm>
            <a:off x="7473287" y="517208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CCECF-0421-5A66-0D34-D0B2C6C1C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793" y="4216276"/>
            <a:ext cx="7447715" cy="2122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46A01-7433-7C1A-19D4-CAEA6A06D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52" y="906564"/>
            <a:ext cx="7369656" cy="24031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DE0472-AF07-EFFE-E7CD-504D4472AB49}"/>
              </a:ext>
            </a:extLst>
          </p:cNvPr>
          <p:cNvSpPr txBox="1"/>
          <p:nvPr/>
        </p:nvSpPr>
        <p:spPr>
          <a:xfrm>
            <a:off x="60359" y="517208"/>
            <a:ext cx="42026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paper states that cis- and trans-target genes of DE </a:t>
            </a:r>
            <a:r>
              <a:rPr lang="en-US" dirty="0" err="1"/>
              <a:t>lncRNAs</a:t>
            </a:r>
            <a:r>
              <a:rPr lang="en-US" dirty="0"/>
              <a:t> were identified.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exact method, database query, cutoffs, and final target-gene list were not provided.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attempted to replicate this step using known lncRNA annotation resources and the databases referenced in the paper.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target genes were recoverable, but many were not clearly traceable to the reported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This unclear step</a:t>
            </a:r>
            <a:r>
              <a:rPr lang="en-US" dirty="0"/>
              <a:t> makes the enrichment and regulatory-network results </a:t>
            </a:r>
            <a:r>
              <a:rPr lang="en-US" dirty="0">
                <a:solidFill>
                  <a:srgbClr val="FF0000"/>
                </a:solidFill>
              </a:rPr>
              <a:t>difficult to replicate </a:t>
            </a:r>
            <a:r>
              <a:rPr lang="en-US" dirty="0"/>
              <a:t>exactly.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347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C8EB7-4EAE-BF66-D437-B90287EB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A4F7C3-4D51-CBF7-966E-5D632E4E7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FD21698-27A5-5D52-2640-4DAA2E53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31241-7231-51AC-EF66-1DDB9964F089}"/>
              </a:ext>
            </a:extLst>
          </p:cNvPr>
          <p:cNvSpPr txBox="1"/>
          <p:nvPr/>
        </p:nvSpPr>
        <p:spPr>
          <a:xfrm>
            <a:off x="7285096" y="3943741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Original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40463-1F84-D808-5955-304A7ED6CEC1}"/>
              </a:ext>
            </a:extLst>
          </p:cNvPr>
          <p:cNvSpPr txBox="1"/>
          <p:nvPr/>
        </p:nvSpPr>
        <p:spPr>
          <a:xfrm>
            <a:off x="7473289" y="762565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Replication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50F1D8-18B5-4014-4E65-4B68C48A66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253"/>
          <a:stretch>
            <a:fillRect/>
          </a:stretch>
        </p:blipFill>
        <p:spPr>
          <a:xfrm>
            <a:off x="4542871" y="4336899"/>
            <a:ext cx="7400322" cy="24222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45490D-9BA0-6C09-86F2-D0987E493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37" y="1550500"/>
            <a:ext cx="3393198" cy="1995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058BE-B89A-652A-0DE3-D40891AAD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032" y="1300657"/>
            <a:ext cx="3828251" cy="22519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F4C673-D3D6-17F9-726A-FDEE64D4C576}"/>
              </a:ext>
            </a:extLst>
          </p:cNvPr>
          <p:cNvSpPr txBox="1"/>
          <p:nvPr/>
        </p:nvSpPr>
        <p:spPr>
          <a:xfrm>
            <a:off x="60359" y="517208"/>
            <a:ext cx="42026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paper states that cis- and trans-target genes of DE </a:t>
            </a:r>
            <a:r>
              <a:rPr lang="en-US" dirty="0" err="1"/>
              <a:t>lncRNAs</a:t>
            </a:r>
            <a:r>
              <a:rPr lang="en-US" dirty="0"/>
              <a:t> were identified.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exact method, database query, cutoffs, and final target-gene list were not provided.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attempted to replicate this step using known lncRNA annotation resources and the databases referenced in the paper.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target genes were recoverable, but many were not clearly traceable to the reported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This unclear step</a:t>
            </a:r>
            <a:r>
              <a:rPr lang="en-US" dirty="0"/>
              <a:t> makes the enrichment and regulatory-network results </a:t>
            </a:r>
            <a:r>
              <a:rPr lang="en-US" dirty="0">
                <a:solidFill>
                  <a:srgbClr val="FF0000"/>
                </a:solidFill>
              </a:rPr>
              <a:t>difficult to replicate </a:t>
            </a:r>
            <a:r>
              <a:rPr lang="en-US" dirty="0"/>
              <a:t>exactly.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521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7890-3570-93FD-AE86-224E77C6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7AF81-A9A2-6388-80D1-038D6FD4E598}"/>
              </a:ext>
            </a:extLst>
          </p:cNvPr>
          <p:cNvSpPr txBox="1"/>
          <p:nvPr/>
        </p:nvSpPr>
        <p:spPr>
          <a:xfrm>
            <a:off x="7867754" y="2193987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Original Paper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3F333-DFBC-13A9-2737-7CADA68FB15E}"/>
              </a:ext>
            </a:extLst>
          </p:cNvPr>
          <p:cNvSpPr txBox="1"/>
          <p:nvPr/>
        </p:nvSpPr>
        <p:spPr>
          <a:xfrm>
            <a:off x="2172626" y="4130569"/>
            <a:ext cx="178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65383-1ACA-4389-393B-978F316F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6519" y="56150"/>
            <a:ext cx="6703074" cy="4074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F351F1-5A57-23C3-B09B-82E7494AC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626" y="2627326"/>
            <a:ext cx="6197426" cy="392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2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A39C4-D6EA-0B9A-9090-E1DDF615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051EFC-0925-086A-0E39-DCF120DD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AFD9-5BAC-39E8-B1C8-865CF732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The most important limitation is that the exact upstream count-generation pipeline is not fully recoverable from the paper.</a:t>
            </a:r>
          </a:p>
          <a:p>
            <a:r>
              <a:rPr lang="en-US" sz="2200" dirty="0"/>
              <a:t>GENCODE v38 did not match many of the reported lncRNA IDs, STAR and Bowtie1 gave different count behavior, </a:t>
            </a:r>
            <a:r>
              <a:rPr lang="en-US" sz="2200" dirty="0" err="1"/>
              <a:t>featureCounts</a:t>
            </a:r>
            <a:r>
              <a:rPr lang="en-US" sz="2200" dirty="0"/>
              <a:t> settings strongly changed the results, and the cis/trans target-gene definition for enrichment was not described in enough detail.</a:t>
            </a:r>
          </a:p>
        </p:txBody>
      </p:sp>
    </p:spTree>
    <p:extLst>
      <p:ext uri="{BB962C8B-B14F-4D97-AF65-F5344CB8AC3E}">
        <p14:creationId xmlns:p14="http://schemas.microsoft.com/office/powerpoint/2010/main" val="1642112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943B6-8EE6-5A5C-E358-06C1653D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AC680-BA2B-C3C8-4716-86495F14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B78DE-C5B2-1ADA-D94B-6E4E8B9FB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012" y="713232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Among all raw-data pipelines I tested, the closest was STAR with GENCODE v37 and </a:t>
            </a:r>
            <a:r>
              <a:rPr lang="en-US" sz="2200" dirty="0" err="1"/>
              <a:t>featureCounts</a:t>
            </a:r>
            <a:r>
              <a:rPr lang="en-US" sz="2200" dirty="0"/>
              <a:t> using multimapping, multi-overlap, fractional counting. </a:t>
            </a:r>
          </a:p>
          <a:p>
            <a:r>
              <a:rPr lang="en-US" sz="2200" dirty="0"/>
              <a:t>But even this best pipeline did not recover the same top differentially expressed </a:t>
            </a:r>
            <a:r>
              <a:rPr lang="en-US" sz="2200" dirty="0" err="1"/>
              <a:t>lncRNAs</a:t>
            </a:r>
            <a:r>
              <a:rPr lang="en-US" sz="2200" dirty="0"/>
              <a:t> as the paper. </a:t>
            </a:r>
          </a:p>
          <a:p>
            <a:r>
              <a:rPr lang="en-US" sz="2200" dirty="0"/>
              <a:t>Therefore, my final interpretation is that the paper’s reported results likely depend on undocumented annotation, counting, filtering, or post-processing choices.</a:t>
            </a:r>
          </a:p>
        </p:txBody>
      </p:sp>
    </p:spTree>
    <p:extLst>
      <p:ext uri="{BB962C8B-B14F-4D97-AF65-F5344CB8AC3E}">
        <p14:creationId xmlns:p14="http://schemas.microsoft.com/office/powerpoint/2010/main" val="1030199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845ED-0684-77D2-42A3-68C64179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EF43C1-ABBD-9DD1-9A1A-81BFF4EBF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3A89-71A7-1813-C09F-9D501F87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246C6C8-3108-6189-9E2D-B93E73B3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8720B-2409-585F-1A3F-AB708E95A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Even in the partial replication trials, the results were not perfectly identical to the paper table for every lncRNA.</a:t>
            </a:r>
          </a:p>
          <a:p>
            <a:r>
              <a:rPr lang="en-US" sz="2200" dirty="0"/>
              <a:t>This suggests that there may be additional post-processing steps, hidden filtering choices, or exact statistical settings that were not fully described. </a:t>
            </a:r>
          </a:p>
          <a:p>
            <a:r>
              <a:rPr lang="en-US" sz="2200" dirty="0"/>
              <a:t>The full published count matrix is still not exactly reproducible from the methods description alone.</a:t>
            </a:r>
          </a:p>
        </p:txBody>
      </p:sp>
    </p:spTree>
    <p:extLst>
      <p:ext uri="{BB962C8B-B14F-4D97-AF65-F5344CB8AC3E}">
        <p14:creationId xmlns:p14="http://schemas.microsoft.com/office/powerpoint/2010/main" val="2984769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772A4-E1C6-D02C-7929-66822868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0" dirty="0"/>
              <a:t>Take-Home Message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E3AF-0EA8-E149-ADC3-EC4E609C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The broad biological story of the paper is clear. However, from a computational reproducibility perspective, the methods are incomplete.</a:t>
            </a:r>
          </a:p>
        </p:txBody>
      </p:sp>
    </p:spTree>
    <p:extLst>
      <p:ext uri="{BB962C8B-B14F-4D97-AF65-F5344CB8AC3E}">
        <p14:creationId xmlns:p14="http://schemas.microsoft.com/office/powerpoint/2010/main" val="1156994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11F98-6640-2E99-AC2B-D085FA12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1F658-3EBC-B5E1-0059-F2DC409E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Future 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ED8A-C514-51AE-55B8-91A685335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1900" dirty="0"/>
              <a:t>I would recommend contacting the authors for the exact scripts, annotation file, </a:t>
            </a:r>
            <a:r>
              <a:rPr lang="en-US" sz="1900" dirty="0" err="1"/>
              <a:t>featureCounts</a:t>
            </a:r>
            <a:r>
              <a:rPr lang="en-US" sz="1900" dirty="0"/>
              <a:t> parameters, </a:t>
            </a:r>
            <a:r>
              <a:rPr lang="en-US" sz="1900" dirty="0" err="1"/>
              <a:t>RUVSeq</a:t>
            </a:r>
            <a:r>
              <a:rPr lang="en-US" sz="1900" dirty="0"/>
              <a:t>/</a:t>
            </a:r>
            <a:r>
              <a:rPr lang="en-US" sz="1900" dirty="0" err="1"/>
              <a:t>edgeR</a:t>
            </a:r>
            <a:r>
              <a:rPr lang="en-US" sz="1900" dirty="0"/>
              <a:t> code, and cis/trans gene-mapping rules.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581453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cec6b0d629a499caa1820e"/>
  <p:tag name="SLIDEID" val="b2c6bbb4-888a-4f48-9c93-09180d365912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7cdd8625-ca91-475f-8bd7-ba28120e48f7&quot;:{&quot;id&quot;:&quot;7cdd8625-ca91-475f-8bd7-ba28120e48f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2c6bbb4-888a-4f48-9c93-09180d365912&quot;,&quot;order&quot;:&quot;5&quot;}},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8b4c0c9f-8f90-43e1-92e8-ffb84b128d97&quot;:{&quot;id&quot;:&quot;8b4c0c9f-8f90-43e1-92e8-ffb84b128d97&quot;,&quot;type&quot;:&quot;FIGURE_OBJECT&quot;,&quot;relativeTransform&quot;:{&quot;translate&quot;:{&quot;x&quot;:-337.5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0]}],&quot;text&quot;:&quot;DMD Patient&quot;},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8]}],&quot;text&quot;:&quot;Blood/Urine Sample &quot;}],&quot;_lastCaretLocation&quot;:{&quot;lineIndex&quot;:1,&quot;runIndex&quot;:0,&quot;charIndex&quot;:11}},&quot;format&quot;:&quot;BETTER_TEXT&quot;,&quot;size&quot;:{&quot;x&quot;:179.00000000000003,&quot;y&quot;:46.599999999999994},&quot;targetSize&quot;:{&quot;x&quot;:179.00000000000003,&quot;y&quot;:46.599999999999994}},&quot;parent&quot;:{&quot;type&quot;:&quot;CHILD&quot;,&quot;parentId&quot;:&quot;b2c6bbb4-888a-4f48-9c93-09180d365912&quot;,&quot;order&quot;:&quot;02&quot;}},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3ec3c929-ff65-4edf-b54d-7b130228d388&quot;:{&quot;id&quot;:&quot;3ec3c929-ff65-4edf-b54d-7b130228d388&quot;,&quot;type&quot;:&quot;FIGURE_OBJECT&quot;,&quot;relativeTransform&quot;:{&quot;translate&quot;:{&quot;x&quot;:-113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4]}],&quot;text&quot;:&quot;Plasma exosomes Isolation&quot;}],&quot;_lastCaretLocation&quot;:{&quot;lineIndex&quot;:0,&quot;runIndex&quot;:0,&quot;charIndex&quot;:6}},&quot;format&quot;:&quot;BETTER_TEXT&quot;,&quot;size&quot;:{&quot;x&quot;:202,&quot;y&quot;:46.599999999999994},&quot;targetSize&quot;:{&quot;x&quot;:202,&quot;y&quot;:46.599999999999994}},&quot;parent&quot;:{&quot;type&quot;:&quot;CHILD&quot;,&quot;parentId&quot;:&quot;b2c6bbb4-888a-4f48-9c93-09180d365912&quot;,&quot;order&quot;:&quot;05&quot;}},&quot;e0dbec9c-56c7-427e-a931-ece8d86e09e3&quot;:{&quot;type&quot;:&quot;FIGURE_OBJECT&quot;,&quot;id&quot;:&quot;e0dbec9c-56c7-427e-a931-ece8d86e09e3&quot;,&quot;relativeTransform&quot;:{&quot;translate&quot;:{&quot;x&quot;:85.97899999999998,&quot;y&quot;:-243.5},&quot;rotate&quot;:0,&quot;skewX&quot;:0,&quot;scale&quot;:{&quot;x&quot;:1,&quot;y&quot;:1}},&quot;opacity&quot;:1,&quot;path&quot;:{&quot;type&quot;:&quot;ARROW&quot;,&quot;size&quot;:{&quot;x&quot;:215.95799999999997,&quot;y&quot;:68},&quot;tipOffsetLeft&quot;:35,&quot;wingsOffsetRight&quot;:35},&quot;isLocked&quot;:false,&quot;pathStyles&quot;:[{&quot;type&quot;:&quot;FILL&quot;,&quot;fillStyle&quot;:&quot;rgba(63, 120, 193, 1)&quot;},{&quot;type&quot;:&quot;STROKE&quot;,&quot;strokeStyle&quot;:&quot;rgba(19,54,122,1)&quot;,&quot;lineWidth&quot;:2,&quot;lineJoin&quot;:&quot;round&quot;}],&quot;parent&quot;:{&quot;type&quot;:&quot;CHILD&quot;,&quot;parentId&quot;:&quot;b2c6bbb4-888a-4f48-9c93-09180d365912&quot;,&quot;order&quot;:&quot;06&quot;}},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195f7d1c-4fa4-4d23-89c1-659cfb739b55&quot;:{&quot;relativeTransform&quot;:{&quot;translate&quot;:{&quot;x&quot;:729.3279502576844,&quot;y&quot;:846.3322583804352},&quot;rotate&quot;:0,&quot;skewX&quot;:0,&quot;scale&quot;:{&quot;x&quot;:1,&quot;y&quot;:1}},&quot;type&quot;:&quot;FIGURE_OBJECT&quot;,&quot;id&quot;:&quot;195f7d1c-4fa4-4d23-89c1-659cfb739b55&quot;,&quot;parent&quot;:{&quot;type&quot;:&quot;CHILD&quot;,&quot;parentId&quot;:&quot;b2c6bbb4-888a-4f48-9c93-09180d365912&quot;,&quot;order&quot;:&quot;25&quot;},&quot;name&quot;:&quot;RNA extraction&quot;,&quot;displayName&quot;:&quot;RNA extraction&quot;,&quot;source&quot;:{&quot;id&quot;:&quot;60902039f8361e00a7c38ef3&quot;,&quot;type&quot;:&quot;ASSETS&quot;},&quot;isPremium&quot;:true},&quot;35b2fd26-128e-4ecc-905b-4a9ed5ae99b4&quot;:{&quot;type&quot;:&quot;FIGURE_OBJECT&quot;,&quot;id&quot;:&quot;35b2fd26-128e-4ecc-905b-4a9ed5ae99b4&quot;,&quot;name&quot;:&quot;Eppendorf tube (1/3 liquid, closed)&quot;,&quot;relativeTransform&quot;:{&quot;translate&quot;:{&quot;x&quot;:-707.8521117829374,&quot;y&quot;:-940.0329850989116},&quot;rotate&quot;:0,&quot;skewX&quot;:0,&quot;scale&quot;:{&quot;x&quot;:0.19618586503137672,&quot;y&quot;:0.19618586503137675}},&quot;opacity&quot;:1,&quot;image&quot;:{&quot;url&quot;:&quot;https://icons.biorender.com/biorender/5e41d9c2e250000028d2f72e/eppendorf-tube-1-3-closed.png&quot;,&quot;size&quot;:{&quot;x&quot;:162,&quot;y&quot;:352},&quot;isPremium&quot;:false,&quot;isPacked&quot;:true},&quot;source&quot;:{&quot;id&quot;:&quot;5e41d978e250000028d2f71e&quot;,&quot;type&quot;:&quot;ASSETS&quot;},&quot;pathStyles&quot;:[{&quot;type&quot;:&quot;FILL&quot;,&quot;fillStyle&quot;:&quot;rgb(0,0,0)&quot;}],&quot;isLocked&quot;:false,&quot;parent&quot;:{&quot;type&quot;:&quot;CHILD&quot;,&quot;parentId&quot;:&quot;195f7d1c-4fa4-4d23-89c1-659cfb739b55&quot;,&quot;order&quot;:&quot;05&quot;}},&quot;4a131f83-d625-4fe9-a11c-d9f1507d0c60&quot;:{&quot;type&quot;:&quot;FIGURE_OBJECT&quot;,&quot;id&quot;:&quot;4a131f83-d625-4fe9-a11c-d9f1507d0c60&quot;,&quot;relativeTransform&quot;:{&quot;translate&quot;:{&quot;x&quot;:-705.9118296137366,&quot;y&quot;:-952.6029499725403},&quot;rotate&quot;:0},&quot;opacity&quot;:0.75,&quot;path&quot;:{&quot;type&quot;:&quot;RECT&quot;,&quot;size&quot;:{&quot;x&quot;:12.27029815913519,&quot;y&quot;:25.12787481979796},&quot;cornerRounding&quot;:{&quot;type&quot;:&quot;ARC_LENGTH&quot;,&quot;global&quot;:0}},&quot;pathStyles&quot;:[{&quot;type&quot;:&quot;FILL&quot;,&quot;fillStyle&quot;:&quot;rgba(220, 226, 226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1&quot;}},&quot;908a76dd-9d35-46f4-8ebb-2d9dc83099fe&quot;:{&quot;type&quot;:&quot;FIGURE_OBJECT&quot;,&quot;id&quot;:&quot;908a76dd-9d35-46f4-8ebb-2d9dc83099fe&quot;,&quot;relativeTransform&quot;:{&quot;translate&quot;:{&quot;x&quot;:-705.9396297794893,&quot;y&quot;:-939.0903319063274},&quot;rotate&quot;:0},&quot;opacity&quot;:0.75,&quot;path&quot;:{&quot;type&quot;:&quot;RECT&quot;,&quot;size&quot;:{&quot;x&quot;:8.051623006150168,&quot;y&quot;:2.578465373570749},&quot;cornerRounding&quot;:{&quot;type&quot;:&quot;ARC_LENGTH&quot;,&quot;global&quot;:0}},&quot;pathStyles&quot;:[{&quot;type&quot;:&quot;FILL&quot;,&quot;fillStyle&quot;:&quot;rgba(203, 209, 209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&quot;}},&quot;80111e7a-2b64-4bc4-bc5e-08e157021113&quot;:{&quot;type&quot;:&quot;FIGURE_OBJECT&quot;,&quot;id&quot;:&quot;80111e7a-2b64-4bc4-bc5e-08e157021113&quot;,&quot;relativeTransform&quot;:{&quot;translate&quot;:{&quot;x&quot;:-705.9535298623658,&quot;y&quot;:-966.2510938467976},&quot;rotate&quot;:0},&quot;opacity&quot;:0.75,&quot;path&quot;:{&quot;type&quot;:&quot;RECT&quot;,&quot;size&quot;:{&quot;x&quot;:16.634924182322333,&quot;y&quot;:2.578465373570749},&quot;cornerRounding&quot;:{&quot;type&quot;:&quot;ARC_LENGTH&quot;,&quot;global&quot;:0}},&quot;pathStyles&quot;:[{&quot;type&quot;:&quot;FILL&quot;,&quot;fillStyle&quot;:&quot;rgba(197,201,201,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5&quot;}},&quot;9b68c513-692e-475c-a5cd-23b45c6a3d89&quot;:{&quot;type&quot;:&quot;FIGURE_OBJECT&quot;,&quot;id&quot;:&quot;9b68c513-692e-475c-a5cd-23b45c6a3d89&quot;,&quot;relativeTransform&quot;:{&quot;translate&quot;:{&quot;x&quot;:-705.7669688020839,&quot;y&quot;:-941.7021495882531},&quot;rotate&quot;:0},&quot;opacity&quot;:1,&quot;path&quot;:{&quot;type&quot;:&quot;RECT&quot;,&quot;size&quot;:{&quot;x&quot;:10.466762405923308,&quot;y&quot;:1.7722605667400027},&quot;cornerRounding&quot;:{&quot;type&quot;:&quot;ARC_LENGTH&quot;,&quot;global&quot;:0}},&quot;pathStyles&quot;:[{&quot;type&quot;:&quot;FILL&quot;,&quot;fillStyle&quot;:&quot;rgba(41,55,124,1)&quot;},{&quot;type&quot;:&quot;STROKE&quot;,&quot;strokeStyle&quot;:&quot;transparent&quot;,&quot;lineWidth&quot;:0,&quot;lineJoin&quot;:&quot;round&quot;,&quot;dashArray&quot;:[0,0]}],&quot;isLocked&quot;:false,&quot;parent&quot;:{&quot;type&quot;:&quot;CHILD&quot;,&quot;parentId&quot;:&quot;195f7d1c-4fa4-4d23-89c1-659cfb739b55&quot;,&quot;order&quot;:&quot;3&quot;}},&quot;af32cd2f-7d83-4819-bfe3-f3b173a63a55&quot;:{&quot;type&quot;:&quot;FIGURE_OBJECT&quot;,&quot;id&quot;:&quot;af32cd2f-7d83-4819-bfe3-f3b173a63a55&quot;,&quot;name&quot;:&quot;dsDNA brush 2 (wavy) &quot;,&quot;relativeTransform&quot;:{&quot;translate&quot;:{&quot;x&quot;:-640.1273142058535,&quot;y&quot;:-979.7595107267325},&quot;rotate&quot;:0},&quot;opacity&quot;:1,&quot;source&quot;:{&quot;id&quot;:&quot;5ee8e281a8cc7b00af3291a9&quot;,&quot;type&quot;:&quot;ASSETS&quot;},&quot;path&quot;:{&quot;type&quot;:&quot;POLY_LINE&quot;,&quot;points&quot;:[{&quot;x&quot;:-27.71715653047526,&quot;y&quot;:-0.7405560502243849},{&quot;x&quot;:-13.31863365750106,&quot;y&quot;:3.316140539040511},{&quot;x&quot;:12.598707513852483,&quot;y&quot;:-3.058668386947222},{&quot;x&quot;:27.71715653047526,&quot;y&quot;:-0.7405560502243849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02f691ca-21cb-4bc7-82bc-dea15dade083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&quot;},&quot;isPremium&quot;:true},&quot;d5547cff-4d46-4e64-a063-a72a116e8f93&quot;:{&quot;type&quot;:&quot;FIGURE_OBJECT&quot;,&quot;id&quot;:&quot;d5547cff-4d46-4e64-a063-a72a116e8f93&quot;,&quot;name&quot;:&quot;dsDNA brush 2 (wavy) &quot;,&quot;relativeTransform&quot;:{&quot;translate&quot;:{&quot;x&quot;:-648.131428701216,&quot;y&quot;:-959.095963449297},&quot;rotate&quot;:0},&quot;opacity&quot;:1,&quot;source&quot;:{&quot;id&quot;:&quot;5ee8e281a8cc7b00af3291a9&quot;,&quot;type&quot;:&quot;ASSETS&quot;},&quot;path&quot;:{&quot;type&quot;:&quot;POLY_LINE&quot;,&quot;points&quot;:[{&quot;x&quot;:-18.760594754774637,&quot;y&quot;:-7.464966112362346},{&quot;x&quot;:-4.413562267629486,&quot;y&quot;:6.307912716235389},{&quot;x&quot;:18.760594754774637,&quot;y&quot;:7.464966112362346}],&quot;closed&quot;:false},&quot;pathStyles&quot;:[{&quot;type&quot;:&quot;FILL&quot;,&quot;fillStyle&quot;:&quot;rgba(0,0,0,0)&quot;},{&quot;type&quot;:&quot;STROKE&quot;,&quot;strokeStyle&quot;:&quot;rgba(0,0,0,0)&quot;,&quot;lineWidth&quot;:5.759409149189665,&quot;lineJoin&quot;:&quot;round&quot;}],&quot;pathSmoothing&quot;:{&quot;type&quot;:&quot;CATMULL_SMOOTHING&quot;,&quot;smoothing&quot;:0.2},&quot;pathPattern&quot;:{&quot;type&quot;:&quot;ROW&quot;,&quot;patternId&quot;:&quot;b26746a4-35e8-4290-babb-6cf3c739eea4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5&quot;},&quot;isPremium&quot;:true},&quot;27d1ec4b-232b-428f-b4f6-6648ebd18cbc&quot;:{&quot;type&quot;:&quot;FIGURE_OBJECT&quot;,&quot;id&quot;:&quot;27d1ec4b-232b-428f-b4f6-6648ebd18cbc&quot;,&quot;name&quot;:&quot;dsDNA brush 2 (wavy) &quot;,&quot;relativeTransform&quot;:{&quot;translate&quot;:{&quot;x&quot;:-620.4362187484107,&quot;y&quot;:-951.8598962699133},&quot;rotate&quot;:0},&quot;opacity&quot;:1,&quot;source&quot;:{&quot;id&quot;:&quot;5ee8e281a8cc7b00af3291a9&quot;,&quot;type&quot;:&quot;ASSETS&quot;},&quot;path&quot;:{&quot;type&quot;:&quot;POLY_LINE&quot;,&quot;points&quot;:[{&quot;x&quot;:5.324302099448735,&quot;y&quot;:-18.097047215234298},{&quot;x&quot;:5.324302099448735,&quot;y&quot;:-3.016174535872414},{&quot;x&quot;:-4.478265142136518,&quot;y&quot;:10.556610875553265},{&quot;x&quot;:-6.740396044040829,&quot;y&quot;:18.097047215234298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39a3b7a5-975b-4fcc-9afe-b1280c392ada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6&quot;},&quot;isPremium&quot;:true},&quot;83951ac2-6353-490a-a876-8376dd234a3f&quot;:{&quot;type&quot;:&quot;FIGURE_OBJECT&quot;,&quot;id&quot;:&quot;83951ac2-6353-490a-a876-8376dd234a3f&quot;,&quot;relativeTransform&quot;:{&quot;translate&quot;:{&quot;x&quot;:-674.9271441994191,&quot;y&quot;:-951.5403784255034},&quot;rotate&quot;:0},&quot;opacity&quot;:1,&quot;path&quot;:{&quot;type&quot;:&quot;POLY_LINE&quot;,&quot;points&quot;:[{&quot;x&quot;:1.0275699563444196,&quot;y&quot;:-32.29505577082412},{&quot;x&quot;:-31.561077230578032,&quot;y&quot;:27.76552740325788},{&quot;x&quot;:31.561077230578032,&quot;y&quot;:32.29505577082412}],&quot;closed&quot;:false},&quot;pathStyles&quot;:[{&quot;type&quot;:&quot;FILL&quot;,&quot;fillStyle&quot;:&quot;transparent&quot;},{&quot;type&quot;:&quot;STROKE&quot;,&quot;strokeStyle&quot;:&quot;#232323&quot;,&quot;lineWidth&quot;:0.8807742482952012,&quot;lineJoin&quot;:&quot;round&quot;,&quot;dashArray&quot;:[1.4471551325667869,1.4471551325667869]}],&quot;isLocked&quot;:false,&quot;parent&quot;:{&quot;type&quot;:&quot;CHILD&quot;,&quot;parentId&quot;:&quot;195f7d1c-4fa4-4d23-89c1-659cfb739b55&quot;,&quot;order&quot;:&quot;7&quot;}},&quot;4a0c469b-9a02-4551-9aae-39b117f5a415&quot;:{&quot;type&quot;:&quot;FIGURE_OBJECT&quot;,&quot;id&quot;:&quot;4a0c469b-9a02-4551-9aae-39b117f5a415&quot;,&quot;relativeTransform&quot;:{&quot;translate&quot;:{&quot;x&quot;:-639.5278858123617,&quot;y&quot;:-959.3802234850766},&quot;rotate&quot;:0},&quot;opacity&quot;:1,&quot;path&quot;:{&quot;type&quot;:&quot;ELLIPSE&quot;,&quot;size&quot;:{&quot;x&quot;:82.24230429494327,&quot;y&quot;:80.67779202115742}},&quot;pathStyles&quot;:[{&quot;type&quot;:&quot;FILL&quot;,&quot;fillStyle&quot;:&quot;rgba(0,0,0,0)&quot;},{&quot;type&quot;:&quot;STROKE&quot;,&quot;strokeStyle&quot;:&quot;rgba(23,23,23,1)&quot;,&quot;lineWidth&quot;:0.8807742482952012,&quot;lineJoin&quot;:&quot;round&quot;}],&quot;isLocked&quot;:false,&quot;parent&quot;:{&quot;type&quot;:&quot;CHILD&quot;,&quot;parentId&quot;:&quot;195f7d1c-4fa4-4d23-89c1-659cfb739b55&quot;,&quot;order&quot;:&quot;8&quot;}},&quot;a5ffdd3e-7e08-4c8b-8f01-3c01535e9de6&quot;:{&quot;id&quot;:&quot;a5ffdd3e-7e08-4c8b-8f01-3c01535e9de6&quot;,&quot;type&quot;:&quot;FIGURE_OBJECT&quot;,&quot;relativeTransform&quot;:{&quot;translate&quot;:{&quot;x&quot;:93.479,&quot;y&quot;:-241.94633333333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255,255,255,1)&quot;,&quot;fontWeight&quot;:&quot;bold&quot;,&quot;fontStyle&quot;:&quot;normal&quot;,&quot;decoration&quot;:&quot;none&quot;},&quot;range&quot;:[0,1]},{&quot;range&quot;:[2,24],&quot;style&quot;:{&quot;fontWeight&quot;:&quot;normal&quot;,&quot;fontStyle&quot;:&quot;normal&quot;,&quot;fontSize&quot;:18.666666666666664,&quot;fontFamily&quot;:&quot;Roboto&quot;,&quot;color&quot;:&quot;rgba(255,255,255,1)&quot;,&quot;decoration&quot;:&quot;none&quot;}}],&quot;text&quot;:&quot; Quantitate exosome cargo&quot;}],&quot;_lastCaretLocation&quot;:{&quot;lineIndex&quot;:0,&quot;runIndex&quot;:-1,&quot;charIndex&quot;:-1,&quot;endOfLine&quot;:true}},&quot;format&quot;:&quot;BETTER_TEXT&quot;,&quot;size&quot;:{&quot;x&quot;:188.95800000000003,&quot;y&quot;:43.093333333333334},&quot;targetSize&quot;:{&quot;x&quot;:188.95800000000003,&quot;y&quot;:43.093333333333334}},&quot;parent&quot;:{&quot;type&quot;:&quot;CHILD&quot;,&quot;parentId&quot;:&quot;b2c6bbb4-888a-4f48-9c93-09180d365912&quot;,&quot;order&quot;:&quot;26&quot;}},&quot;1bb76ddb-aed8-4467-b689-f4e6e68e44fa&quot;:{&quot;type&quot;:&quot;FIGURE_OBJECT&quot;,&quot;id&quot;:&quot;1bb76ddb-aed8-4467-b689-f4e6e68e44fa&quot;,&quot;relativeTransform&quot;:{&quot;translate&quot;:{&quot;x&quot;:297,&quot;y&quot;:-243.5},&quot;rotate&quot;:0,&quot;skewX&quot;:0,&quot;scale&quot;:{&quot;x&quot;:1,&quot;y&quot;:1}},&quot;opacity&quot;:1,&quot;path&quot;:{&quot;type&quot;:&quot;ARROW&quot;,&quot;size&quot;:{&quot;x&quot;:242,&quot;y&quot;:68},&quot;tipOffsetLeft&quot;:35,&quot;wingsOffsetRight&quot;:35},&quot;isLocked&quot;:false,&quot;pathStyles&quot;:[{&quot;type&quot;:&quot;FILL&quot;,&quot;fillStyle&quot;:&quot;rgba(41, 56, 111, 1)&quot;},{&quot;type&quot;:&quot;STROKE&quot;,&quot;strokeStyle&quot;:&quot;rgba(11, 16, 60, 1)&quot;,&quot;lineWidth&quot;:2,&quot;lineJoin&quot;:&quot;round&quot;}],&quot;parent&quot;:{&quot;type&quot;:&quot;CHILD&quot;,&quot;parentId&quot;:&quot;b2c6bbb4-888a-4f48-9c93-09180d365912&quot;,&quot;order&quot;:&quot;27&quot;}},&quot;d6e25d55-0ab7-44d2-9b56-aa4233f32eb0&quot;:{&quot;id&quot;:&quot;d6e25d55-0ab7-44d2-9b56-aa4233f32eb0&quot;,&quot;type&quot;:&quot;FIGURE_OBJECT&quot;,&quot;relativeTransform&quot;:{&quot;translate&quot;:{&quot;x&quot;:308,&quot;y&quot;:-243.4999999999999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7.333333333333332,&quot;color&quot;:&quot;rgba(255,255,255,1)&quot;,&quot;fontWeight&quot;:&quot;normal&quot;,&quot;fontStyle&quot;:&quot;normal&quot;,&quot;decoration&quot;:&quot;none&quot;},&quot;range&quot;:[0,35]}],&quot;text&quot;:&quot;Profiling and Computational analysis&quot;,&quot;baseStyle&quot;:{&quot;fontFamily&quot;:&quot;Roboto&quot;,&quot;fontSize&quot;:17.333333333333332,&quot;color&quot;:&quot;rgba(255,255,255,1)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92.00000000000003,&quot;y&quot;:46.19999999999999},&quot;targetSize&quot;:{&quot;x&quot;:192.00000000000003,&quot;y&quot;:46.19999999999999}},&quot;parent&quot;:{&quot;type&quot;:&quot;CHILD&quot;,&quot;parentId&quot;:&quot;b2c6bbb4-888a-4f48-9c93-09180d365912&quot;,&quot;order&quot;:&quot;3&quot;}},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76abdda8-292c-4f5a-b14e-431911bedeb6&quot;:{&quot;type&quot;:&quot;FIGURE_OBJECT&quot;,&quot;id&quot;:&quot;76abdda8-292c-4f5a-b14e-431911bedeb6&quot;,&quot;relativeTransform&quot;:{&quot;translate&quot;:{&quot;x&quot;:-52.73400000000001,&quot;y&quot;:-104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8be43160-b2f2-4b7a-9590-7e8d2ae1574e&quot;:{&quot;type&quot;:&quot;FIGURE_OBJECT&quot;,&quot;id&quot;:&quot;8be43160-b2f2-4b7a-9590-7e8d2ae1574e&quot;,&quot;relativeTransform&quot;:{&quot;translate&quot;:{&quot;x&quot;:248,&quot;y&quot;:-109.038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a357cf7b-4d42-4f6f-bb03-acd26aea7266&quot;:{&quot;id&quot;:&quot;a357cf7b-4d42-4f6f-bb03-acd26aea7266&quot;,&quot;type&quot;:&quot;FIGURE_OBJECT&quot;,&quot;relativeTransform&quot;:{&quot;translate&quot;:{&quot;x&quot;:-158.28942877197267,&quot;y&quot;:14.55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33]}],&quot;text&quot;:&quot;Ultracentrifuge exosomes isolation&quot;}],&quot;_lastCaretLocation&quot;:{&quot;lineIndex&quot;:0,&quot;runIndex&quot;:0,&quot;charIndex&quot;:24}},&quot;format&quot;:&quot;BETTER_TEXT&quot;,&quot;size&quot;:{&quot;x&quot;:147.42114245605472,&quot;y&quot;:55.16},&quot;targetSize&quot;:{&quot;x&quot;:147.42114245605472,&quot;y&quot;:55.16}},&quot;parent&quot;:{&quot;type&quot;:&quot;CHILD&quot;,&quot;parentId&quot;:&quot;b2c6bbb4-888a-4f48-9c93-09180d365912&quot;,&quot;order&quot;:&quot;42&quot;}},&quot;76f9db88-879a-403b-982d-4df878abcaa2&quot;:{&quot;id&quot;:&quot;76f9db88-879a-403b-982d-4df878abcaa2&quot;,&quot;type&quot;:&quot;FIGURE_OBJECT&quot;,&quot;relativeTransform&quot;:{&quot;translate&quot;:{&quot;x&quot;:183.58657122802737,&quot;y&quot;:-120.5379999999999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2]}],&quot;text&quot;:&quot;RNA Isolation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18}},&quot;format&quot;:&quot;BETTER_TEXT&quot;,&quot;size&quot;:{&quot;x&quot;:104.44914245605469,&quot;y&quot;:21},&quot;targetSize&quot;:{&quot;x&quot;:104.44914245605469,&quot;y&quot;:21}},&quot;parent&quot;:{&quot;type&quot;:&quot;CHILD&quot;,&quot;parentId&quot;:&quot;b2c6bbb4-888a-4f48-9c93-09180d365912&quot;,&quot;order&quot;:&quot;45&quot;}},&quot;c7c7c86d-30e6-4b20-b898-d65dfcf3fb91&quot;:{&quot;id&quot;:&quot;c7c7c86d-30e6-4b20-b898-d65dfcf3fb91&quot;,&quot;type&quot;:&quot;FIGURE_OBJECT&quot;,&quot;relativeTransform&quot;:{&quot;translate&quot;:{&quot;x&quot;:366.70102349853516,&quot;y&quot;:-56.83233333333332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7.333333333333332,&quot;color&quot;:&quot;rgba(49,126,194,1)&quot;,&quot;fontWeight&quot;:&quot;bold&quot;,&quot;fontStyle&quot;:&quot;normal&quot;,&quot;decoration&quot;:&quot;none&quot;},&quot;range&quot;:[0,13]}],&quot;text&quot;:&quot;RNA-sequencing&quot;,&quot;baseStyle&quot;:{&quot;fontFamily&quot;:&quot;Roboto&quot;,&quot;fontSize&quot;:17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141.2200469970703,&quot;y&quot;:28.093333333333337},&quot;targetSize&quot;:{&quot;x&quot;:141.2200469970703,&quot;y&quot;:28.093333333333337}},&quot;parent&quot;:{&quot;type&quot;:&quot;CHILD&quot;,&quot;parentId&quot;:&quot;b2c6bbb4-888a-4f48-9c93-09180d365912&quot;,&quot;order&quot;:&quot;5&quot;}},&quot;41565150-6561-4aa0-a079-5d8328257de5&quot;:{&quot;id&quot;:&quot;41565150-6561-4aa0-a079-5d8328257de5&quot;,&quot;type&quot;:&quot;FIGURE_OBJECT&quot;,&quot;relativeTransform&quot;:{&quot;translate&quot;:{&quot;x&quot;:358,&quot;y&quot;:-15.99988409047066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6]}],&quot;text&quot;:&quot;Identification of differentially expressed mRNA&quot;}],&quot;_lastCaretLocation&quot;:{&quot;lineIndex&quot;:0,&quot;runIndex&quot;:-1,&quot;charIndex&quot;:-1,&quot;endOfLine&quot;:true}},&quot;format&quot;:&quot;BETTER_TEXT&quot;,&quot;size&quot;:{&quot;x&quot;:171,&quot;y&quot;:62},&quot;targetSize&quot;:{&quot;x&quot;:171,&quot;y&quot;:62}},&quot;parent&quot;:{&quot;type&quot;:&quot;CHILD&quot;,&quot;parentId&quot;:&quot;b2c6bbb4-888a-4f48-9c93-09180d365912&quot;,&quot;order&quot;:&quot;51&quot;}},&quot;d37e7d63-0d25-4c00-b173-d7e17f10e8e1&quot;:{&quot;id&quot;:&quot;d37e7d63-0d25-4c00-b173-d7e17f10e8e1&quot;,&quot;type&quot;:&quot;FIGURE_OBJECT&quot;,&quot;relativeTransform&quot;:{&quot;translate&quot;:{&quot;x&quot;:-338.5004287719727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1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2&quot;}},&quot;a542e8f0-23bf-4b50-ad3f-3e8061b158b1&quot;:{&quot;id&quot;:&quot;a542e8f0-23bf-4b50-ad3f-3e8061b158b1&quot;,&quot;type&quot;:&quot;FIGURE_OBJECT&quot;,&quot;relativeTransform&quot;:{&quot;translate&quot;:{&quot;x&quot;:-125.30342877197268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2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3&quot;}},&quot;454e5572-55b5-45e6-9645-c0bf1b093e68&quot;:{&quot;id&quot;:&quot;454e5572-55b5-45e6-9645-c0bf1b093e68&quot;,&quot;type&quot;:&quot;FIGURE_OBJECT&quot;,&quot;relativeTransform&quot;:{&quot;translate&quot;:{&quot;x&quot;:87.8935712280273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3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5&quot;}},&quot;0a77d894-b472-44b0-81fb-e169a4f00b9d&quot;:{&quot;id&quot;:&quot;0a77d894-b472-44b0-81fb-e169a4f00b9d&quot;,&quot;type&quot;:&quot;FIGURE_OBJECT&quot;,&quot;relativeTransform&quot;:{&quot;translate&quot;:{&quot;x&quot;:307.999571228027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4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6&quot;}},&quot;9e05bfaf-8ed2-423e-b90e-cbd73986dc2a&quot;:{&quot;type&quot;:&quot;FIGURE_OBJECT&quot;,&quot;id&quot;:&quot;9e05bfaf-8ed2-423e-b90e-cbd73986dc2a&quot;,&quot;relativeTransform&quot;:{&quot;translate&quot;:{&quot;x&quot;:-41.929,&quot;y&quot;:68.924},&quot;rotate&quot;:0,&quot;skewX&quot;:0,&quot;scale&quot;:{&quot;x&quot;:1,&quot;y&quot;:1}},&quot;opacity&quot;:1,&quot;path&quot;:{&quot;type&quot;:&quot;POLY_LINE&quot;,&quot;points&quot;:[{&quot;x&quot;:-71,&quot;y&quot;:-100.5},{&quot;x&quot;:56,&quot;y&quot;:81.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57&quot;},&quot;connectorInfo&quot;:{&quot;connectedObjects&quot;:[],&quot;type&quot;:&quot;LINE&quot;,&quot;offset&quot;:{&quot;x&quot;:0,&quot;y&quot;:0},&quot;bending&quot;:0.1,&quot;firstElementIsHead&quot;:true,&quot;customized&quot;:false}},&quot;a9faad3a-42ac-4dc4-8cab-dbc311ecb437&quot;:{&quot;type&quot;:&quot;FIGURE_OBJECT&quot;,&quot;id&quot;:&quot;a9faad3a-42ac-4dc4-8cab-dbc311ecb437&quot;,&quot;name&quot;:&quot;Eppendorf tube (2/3 liquid, closed)&quot;,&quot;relativeTransform&quot;:{&quot;translate&quot;:{&quot;x&quot;:31.760319357616453,&quot;y&quot;:171.77012030798403},&quot;rotate&quot;:0,&quot;skewX&quot;:0,&quot;scale&quot;:{&quot;x&quot;:0.1728590943192681,&quot;y&quot;:0.1728590943192681}},&quot;opacity&quot;:1,&quot;image&quot;:{&quot;url&quot;:&quot;https://icons.biorender.com/biorender/5e41da09e250000028d2f75d/eppendorf-tube-2-3-closed.png&quot;,&quot;size&quot;:{&quot;x&quot;:162,&quot;y&quot;:352},&quot;isPremium&quot;:false},&quot;source&quot;:{&quot;id&quot;:&quot;5e41d9e1e250000028d2f747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&quot;}},&quot;544ca4f1-4d6c-4e5b-b005-006784366118&quot;:{&quot;type&quot;:&quot;FIGURE_OBJECT&quot;,&quot;id&quot;:&quot;544ca4f1-4d6c-4e5b-b005-006784366118&quot;,&quot;name&quot;:&quot;Zoomed callout (circle, line tail, long)&quot;,&quot;relativeTransform&quot;:{&quot;translate&quot;:{&quot;x&quot;:89.26333167377717,&quot;y&quot;:150.63649392476984},&quot;rotate&quot;:0.451770514803181,&quot;skewX&quot;:0,&quot;scale&quot;:{&quot;x&quot;:1,&quot;y&quot;:1}},&quot;opacity&quot;:1,&quot;source&quot;:{&quot;id&quot;:&quot;5f1b4538c0abaf00b1f7ed94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1&quot;}},&quot;1e6f559b-ac58-4818-9eee-7c9da364270e&quot;:{&quot;type&quot;:&quot;FIGURE_OBJECT&quot;,&quot;id&quot;:&quot;1e6f559b-ac58-4818-9eee-7c9da364270e&quot;,&quot;relativeTransform&quot;:{&quot;translate&quot;:{&quot;x&quot;:-13.232118372342859,&quot;y&quot;:15.241825692554148},&quot;rotate&quot;:-1.5707963267948966},&quot;opacity&quot;:0.75,&quot;path&quot;:{&quot;type&quot;:&quot;POLY_LINE&quot;,&quot;points&quot;:[{&quot;x&quot;:19.701339351461403,&quot;y&quot;:-15.465346713603484},{&quot;x&quot;:-19.701339351461403,&quot;y&quot;:-23.13466237305908},{&quot;x&quot;:-14.035707749895913,&quot;y&quot;:23.13466237305908}],&quot;closed&quot;:false},&quot;pathStyles&quot;:[{&quot;type&quot;:&quot;FILL&quot;,&quot;fillStyle&quot;:&quot;transparent&quot;},{&quot;type&quot;:&quot;STROKE&quot;,&quot;strokeStyle&quot;:&quot;#232323&quot;,&quot;lineWidth&quot;:0.7024163482004256,&quot;lineJoin&quot;:&quot;round&quot;,&quot;dashArray&quot;:[1.9836555500893165,1.9836555500893165]}],&quot;isLocked&quot;:false,&quot;parent&quot;:{&quot;type&quot;:&quot;CHILD&quot;,&quot;parentId&quot;:&quot;544ca4f1-4d6c-4e5b-b005-006784366118&quot;,&quot;order&quot;:&quot;2&quot;}},&quot;4872d5a7-8017-47ca-ba32-03e32b128a5b&quot;:{&quot;type&quot;:&quot;FIGURE_OBJECT&quot;,&quot;id&quot;:&quot;4872d5a7-8017-47ca-ba32-03e32b128a5b&quot;,&quot;relativeTransform&quot;:{&quot;translate&quot;:{&quot;x&quot;:3.994585493105157,&quot;y&quot;:-2.570969791718617},&quot;rotate&quot;:2.220058808536788e-15,&quot;skewX&quot;:1.577721810442024e-30},&quot;opacity&quot;:0.75,&quot;path&quot;:{&quot;type&quot;:&quot;ELLIPSE&quot;,&quot;size&quot;:{&quot;x&quot;:64.74439050459362,&quot;y&quot;:64.74439050459374}},&quot;pathStyles&quot;:[{&quot;type&quot;:&quot;FILL&quot;,&quot;fillStyle&quot;:&quot;rgba(238,244,251,0.5)&quot;},{&quot;type&quot;:&quot;STROKE&quot;,&quot;strokeStyle&quot;:&quot;rgba(23,23,23,1)&quot;,&quot;lineWidth&quot;:0.7024163482004259,&quot;lineJoin&quot;:&quot;round&quot;}],&quot;isLocked&quot;:false,&quot;parent&quot;:{&quot;type&quot;:&quot;CHILD&quot;,&quot;parentId&quot;:&quot;544ca4f1-4d6c-4e5b-b005-006784366118&quot;,&quot;order&quot;:&quot;5&quot;}},&quot;9720d3c3-c03e-4c42-a7d9-147a397b57ef&quot;:{&quot;type&quot;:&quot;FIGURE_OBJECT&quot;,&quot;id&quot;:&quot;9720d3c3-c03e-4c42-a7d9-147a397b57ef&quot;,&quot;name&quot;:&quot;Generic protein (ball)&quot;,&quot;relativeTransform&quot;:{&quot;translate&quot;:{&quot;x&quot;:74.45880806656723,&quot;y&quot;:148.68113965724305},&quot;rotate&quot;:-0.32201093002389514,&quot;skewX&quot;:-4.8238445075498135e-17,&quot;scale&quot;:{&quot;x&quot;:0.023704374006009766,&quot;y&quot;:0.023704374006009745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2&quot;}},&quot;906ea4b0-69b3-4858-84ba-26aa06da8a02&quot;:{&quot;type&quot;:&quot;FIGURE_OBJECT&quot;,&quot;id&quot;:&quot;906ea4b0-69b3-4858-84ba-26aa06da8a02&quot;,&quot;name&quot;:&quot;Generic protein (ball)&quot;,&quot;relativeTransform&quot;:{&quot;translate&quot;:{&quot;x&quot;:93.54265597045219,&quot;y&quot;:169.9455580029595},&quot;rotate&quot;:0.22664300901330653,&quot;skewX&quot;:0,&quot;scale&quot;:{&quot;x&quot;:0.023704374006009752,&quot;y&quot;:0.023704374006009752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5&quot;}},&quot;7409a885-318a-4ea9-8ede-3d88f94b75e3&quot;:{&quot;type&quot;:&quot;FIGURE_OBJECT&quot;,&quot;id&quot;:&quot;7409a885-318a-4ea9-8ede-3d88f94b75e3&quot;,&quot;name&quot;:&quot;Generic protein (ball)&quot;,&quot;relativeTransform&quot;:{&quot;translate&quot;:{&quot;x&quot;:106.21038961443645,&quot;y&quot;:139.5782632587548},&quot;rotate&quot;:0.1621463420024194,&quot;skewX&quot;:-5.830795720966303e-17,&quot;scale&quot;:{&quot;x&quot;:0.018672043884632047,&quot;y&quot;:0.01867204388463205}},&quot;opacity&quot;:0.6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6&quot;}},&quot;b5b99e43-898d-4118-a7f0-99e4be74ad0e&quot;:{&quot;type&quot;:&quot;FIGURE_OBJECT&quot;,&quot;id&quot;:&quot;b5b99e43-898d-4118-a7f0-99e4be74ad0e&quot;,&quot;name&quot;:&quot;Generic protein (with groove 3)&quot;,&quot;relativeTransform&quot;:{&quot;translate&quot;:{&quot;x&quot;:109.9337694454496,&quot;y&quot;:154.872646464416},&quot;rotate&quot;:0.5268397787691186,&quot;skewX&quot;:0,&quot;scale&quot;:{&quot;x&quot;:0.035130396142722224,&quot;y&quot;:0.03513039614272225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7&quot;}},&quot;7ab44097-162a-464c-a1b2-ee60e52c9448&quot;:{&quot;type&quot;:&quot;FIGURE_OBJECT&quot;,&quot;id&quot;:&quot;7ab44097-162a-464c-a1b2-ee60e52c9448&quot;,&quot;name&quot;:&quot;Generic protein (with groove 3)&quot;,&quot;relativeTransform&quot;:{&quot;translate&quot;:{&quot;x&quot;:86.25676926879639,&quot;y&quot;:133.67557762633828},&quot;rotate&quot;:-0.3073509242645662,&quot;skewX&quot;:8.992797519250369e-16,&quot;scale&quot;:{&quot;x&quot;:0.03384305281731009,&quot;y&quot;:0.03384305281731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&quot;}},&quot;3243bfc1-235b-4289-85d9-132e9e130c5b&quot;:{&quot;type&quot;:&quot;FIGURE_OBJECT&quot;,&quot;id&quot;:&quot;3243bfc1-235b-4289-85d9-132e9e130c5b&quot;,&quot;relativeTransform&quot;:{&quot;translate&quot;:{&quot;x&quot;:204.21753244203575,&quot;y&quot;:188.91435489004633},&quot;rotate&quot;:0,&quot;skewX&quot;:0,&quot;scale&quot;:{&quot;x&quot;:1,&quot;y&quot;:1}},&quot;opacity&quot;:1,&quot;path&quot;:{&quot;type&quot;:&quot;POLY_LINE&quot;,&quot;points&quot;:[{&quot;x&quot;:-61.89457160098641,&quot;y&quot;:0},{&quot;x&quot;:39.89457160098641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71&quot;},&quot;connectorInfo&quot;:{&quot;connectedObjects&quot;:[],&quot;type&quot;:&quot;LINE&quot;,&quot;offset&quot;:{&quot;x&quot;:0,&quot;y&quot;:0},&quot;bending&quot;:0.1,&quot;firstElementIsHead&quot;:true,&quot;customized&quot;:false}},&quot;cca0fc33-8497-44a0-bc66-5308e1156de5&quot;:{&quot;id&quot;:&quot;cca0fc33-8497-44a0-bc66-5308e1156de5&quot;,&quot;type&quot;:&quot;FIGURE_OBJECT&quot;,&quot;relativeTransform&quot;:{&quot;translate&quot;:{&quot;x&quot;:366.70149922923804,&quot;y&quot;:259.229341140320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7],&quot;style&quot;:{&quot;fontWeight&quot;:&quot;bold&quot;,&quot;fontStyle&quot;:&quot;normal&quot;,&quot;fontSize&quot;:17.333333333333332,&quot;fontFamily&quot;:&quot;Roboto&quot;,&quot;color&quot;:&quot;rgba(49,126,194,1)&quot;,&quot;decoration&quot;:&quot;none&quot;}}],&quot;text&quot;:&quot;LC-MS-MS&quot;,&quot;baseStyle&quot;:{&quot;fontFamily&quot;:&quot;Roboto&quot;,&quot;fontSize&quot;:17.333333333333332,&quot;color&quot;:&quot;rgba(49,126,194,1)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95.21733879419322,&quot;y&quot;:25.458158576900896},&quot;targetSize&quot;:{&quot;x&quot;:95.21733879419322,&quot;y&quot;:25.458158576900896}},&quot;parent&quot;:{&quot;type&quot;:&quot;CHILD&quot;,&quot;parentId&quot;:&quot;b2c6bbb4-888a-4f48-9c93-09180d365912&quot;,&quot;order&quot;:&quot;72&quot;}},&quot;73b07518-9b1a-4c09-80b8-ef1574569e7b&quot;:{&quot;id&quot;:&quot;73b07518-9b1a-4c09-80b8-ef1574569e7b&quot;,&quot;type&quot;:&quot;FIGURE_OBJECT&quot;,&quot;relativeTransform&quot;:{&quot;translate&quot;:{&quot;x&quot;:333.2578621912045,&quot;y&quot;:305.324007480429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Weight&quot;:&quot;bold&quot;,&quot;fontStyle&quot;:&quot;normal&quot;,&quot;fontSize&quot;:16,&quot;fontFamily&quot;:&quot;Roboto&quot;,&quot;color&quot;:&quot;black&quot;,&quot;decoration&quot;:&quot;none&quot;},&quot;range&quot;:[0,53]}],&quot;text&quot;:&quot;Mass spectrometry detection for the proteomic analysis&quot;}],&quot;_lastCaretLocation&quot;:{&quot;lineIndex&quot;:0,&quot;runIndex&quot;:0,&quot;charIndex&quot;:1}},&quot;format&quot;:&quot;BETTER_TEXT&quot;,&quot;size&quot;:{&quot;x&quot;:220.484375,&quot;y&quot;:46},&quot;targetSize&quot;:{&quot;x&quot;:220.484375,&quot;y&quot;:46}},&quot;parent&quot;:{&quot;type&quot;:&quot;CHILD&quot;,&quot;parentId&quot;:&quot;b2c6bbb4-888a-4f48-9c93-09180d365912&quot;,&quot;order&quot;:&quot;75&quot;}},&quot;d82cc8c2-1a6a-4a00-9941-bb9cafd88676&quot;:{&quot;relativeTransform&quot;:{&quot;translate&quot;:{&quot;x&quot;:365.5123464812798,&quot;y&quot;:119.914763477888},&quot;rotate&quot;:0,&quot;skewX&quot;:0,&quot;scale&quot;:{&quot;x&quot;:1,&quot;y&quot;:1}},&quot;type&quot;:&quot;FIGURE_OBJECT&quot;,&quot;id&quot;:&quot;d82cc8c2-1a6a-4a00-9941-bb9cafd88676&quot;,&quot;name&quot;:&quot;Liquid chromatography–mass spectrometry (LC-MS/MS)&quot;,&quot;displayName&quot;:&quot;Liquid chromatography–mass spectrometry &quot;,&quot;opacity&quot;:1,&quot;source&quot;:{&quot;id&quot;:&quot;5f80edbcc39eba009f457f23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6&quot;},&quot;isPremium&quot;:true},&quot;2a9aa3b1-5d96-45cd-9386-824193e691b7&quot;:{&quot;type&quot;:&quot;FIGURE_OBJECT&quot;,&quot;id&quot;:&quot;2a9aa3b1-5d96-45cd-9386-824193e691b7&quot;,&quot;name&quot;:&quot;Mass spectrometer orbitrap fusion tribrid&quot;,&quot;relativeTransform&quot;:{&quot;translate&quot;:{&quot;x&quot;:5.815336705512207,&quot;y&quot;:85.14803107037358},&quot;rotate&quot;:0,&quot;skewX&quot;:0,&quot;scale&quot;:{&quot;x&quot;:0.246585299190061,&quot;y&quot;:0.246585299190061}},&quot;opacity&quot;:1,&quot;image&quot;:{&quot;url&quot;:&quot;https://icons.biorender.com/biorender/5d5b05b2fb0c9700047f8817/20190819204117/image/mass_spectrometer_orbitrap_fusion_tribrid.png&quot;,&quot;size&quot;:{&quot;x&quot;:371,&quot;y&quot;:261},&quot;isPremium&quot;:false},&quot;source&quot;:{&quot;id&quot;:&quot;5d5b05b2fb0c9700047f8817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05&quot;}},&quot;01fa1001-4085-4fbc-b161-048bfe6c9ba8&quot;:{&quot;type&quot;:&quot;FIGURE_OBJECT&quot;,&quot;id&quot;:&quot;01fa1001-4085-4fbc-b161-048bfe6c9ba8&quot;,&quot;relativeTransform&quot;:{&quot;translate&quot;:{&quot;x&quot;:18.2029506321727,&quot;y&quot;:4.496273472421332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1&quot;}},&quot;9244bc78-8e80-45ca-8c56-1a9c1f6d7b2c&quot;:{&quot;type&quot;:&quot;FIGURE_OBJECT&quot;,&quot;id&quot;:&quot;9244bc78-8e80-45ca-8c56-1a9c1f6d7b2c&quot;,&quot;relativeTransform&quot;:{&quot;translate&quot;:{&quot;x&quot;:-0.010056468457723552,&quot;y&quot;:50.66857904626076},&quot;rotate&quot;:3.141592653589793},&quot;opacity&quot;:0.75,&quot;path&quot;:{&quot;type&quot;:&quot;TRIANGLE&quot;,&quot;size&quot;:{&quot;x&quot;:-128.19602506924596,&quot;y&quot;:26.737366446599115},&quot;cornerRounding&quot;:{&quot;type&quot;:&quot;ARC_LENGTH&quot;,&quot;global&quot;:4.114335623853572e-14}},&quot;pathStyles&quot;:[{&quot;type&quot;:&quot;FILL&quot;,&quot;fillStyle&quot;:&quot;rgba(166,195,218,1)&quot;},{&quot;type&quot;:&quot;STROKE&quot;,&quot;strokeStyle&quot;:&quot;rgba(23,23,23,1)&quot;,&quot;lineWidth&quot;:0,&quot;lineJoin&quot;:&quot;round&quot;}],&quot;isLocked&quot;:false,&quot;parent&quot;:{&quot;type&quot;:&quot;CHILD&quot;,&quot;parentId&quot;:&quot;01fa1001-4085-4fbc-b161-048bfe6c9ba8&quot;,&quot;order&quot;:&quot;2&quot;}},&quot;0f475c45-830c-493e-af1f-00c14c83e548&quot;:{&quot;type&quot;:&quot;FIGURE_OBJECT&quot;,&quot;id&quot;:&quot;0f475c45-830c-493e-af1f-00c14c83e548&quot;,&quot;relativeTransform&quot;:{&quot;translate&quot;:{&quot;x&quot;:0.01011826445654787,&quot;y&quot;:-13.356527277869619},&quot;rotate&quot;:-1.570796326794897},&quot;opacity&quot;:1,&quot;path&quot;:{&quot;type&quot;:&quot;RECT&quot;,&quot;size&quot;:{&quot;x&quot;:100.47352117205605,&quot;y&quot;:127.3079526659228},&quot;cornerRounding&quot;:{&quot;type&quot;:&quot;ARC_LENGTH&quot;,&quot;global&quot;:0}},&quot;pathStyles&quot;:[{&quot;type&quot;:&quot;FILL&quot;,&quot;fillStyle&quot;:&quot;rgba(254,254,254,1)&quot;},{&quot;type&quot;:&quot;STROKE&quot;,&quot;strokeStyle&quot;:&quot;rgba(23,23,23,1)&quot;,&quot;lineWidth&quot;:0.8879488113254971,&quot;lineJoin&quot;:&quot;round&quot;}],&quot;isLocked&quot;:false,&quot;parent&quot;:{&quot;type&quot;:&quot;CHILD&quot;,&quot;parentId&quot;:&quot;01fa1001-4085-4fbc-b161-048bfe6c9ba8&quot;,&quot;order&quot;:&quot;5&quot;}},&quot;0b6aeeb1-f9e9-484b-8aba-57ce912bbfa7&quot;:{&quot;type&quot;:&quot;FIGURE_OBJECT&quot;,&quot;id&quot;:&quot;0b6aeeb1-f9e9-484b-8aba-57ce912bbfa7&quot;,&quot;name&quot;:&quot;HPLC (1290 Infinity II)&quot;,&quot;relativeTransform&quot;:{&quot;translate&quot;:{&quot;x&quot;:-61.083499420704165,&quot;y&quot;:75.53114576337497},&quot;rotate&quot;:6.283185307179586,&quot;skewX&quot;:0,&quot;scale&quot;:{&quot;x&quot;:-0.2636959032863266,&quot;y&quot;:0.2636959032863266}},&quot;opacity&quot;:1,&quot;image&quot;:{&quot;url&quot;:&quot;https://icons.biorender.com/biorender/5d51756e7164530004924320/20190812143208/image/hplc-1290-infinity-ii.png&quot;,&quot;size&quot;:{&quot;x&quot;:161,&quot;y&quot;:319},&quot;isPremium&quot;:false},&quot;source&quot;:{&quot;id&quot;:&quot;5d51756e7164530004924320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2&quot;}},&quot;11a22e1d-5416-4fe6-ac00-87d5aae37102&quot;:{&quot;type&quot;:&quot;FIGURE_OBJECT&quot;,&quot;id&quot;:&quot;11a22e1d-5416-4fe6-ac00-87d5aae37102&quot;,&quot;relativeTransform&quot;:{&quot;translate&quot;:{&quot;x&quot;:24.437240330520364,&quot;y&quot;:-9.266914629072021},&quot;rotate&quot;:0},&quot;opacity&quot;:1,&quot;path&quot;:{&quot;type&quot;:&quot;POLY_LINE&quot;,&quot;points&quot;:[{&quot;x&quot;:-49.01023669090494,&quot;y&quot;:-30.516160495120825},{&quot;x&quot;:-49.01023669090494,&quot;y&quot;:30.516160495120722},{&quot;x&quot;:49.01023669090499,&quot;y&quot;:30.516160495120722}],&quot;closed&quot;:false},&quot;pathStyles&quot;:[{&quot;type&quot;:&quot;FILL&quot;,&quot;fillStyle&quot;:&quot;transparent&quot;},{&quot;type&quot;:&quot;STROKE&quot;,&quot;strokeStyle&quot;:&quot;#232323&quot;,&quot;lineWidth&quot;:1.3319232169882458,&quot;lineJoin&quot;:&quot;round&quot;}],&quot;isLocked&quot;:false,&quot;parent&quot;:{&quot;type&quot;:&quot;CHILD&quot;,&quot;parentId&quot;:&quot;d82cc8c2-1a6a-4a00-9941-bb9cafd88676&quot;,&quot;order&quot;:&quot;3&quot;}},&quot;2754b74c-af31-40dc-9825-e1a664bac6f9&quot;:{&quot;type&quot;:&quot;FIGURE_OBJECT&quot;,&quot;id&quot;:&quot;2754b74c-af31-40dc-9825-e1a664bac6f9&quot;,&quot;relativeTransform&quot;:{&quot;translate&quot;:{&quot;x&quot;:23.921390317633715,&quot;y&quot;:28.92978364179419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,&quot;range&quot;:[0,2]}],&quot;text&quot;:&quot;m/z&quot;,&quot;base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}],&quot;verticalAlign&quot;:&quot;TOP&quot;},&quot;size&quot;:{&quot;x&quot;:96.53303007182777,&quot;y&quot;:10.02421849713765},&quot;targetSize&quot;:{&quot;x&quot;:96.53303007182777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5&quot;}},&quot;bd84e4b0-24cc-4d7b-8701-3c2e58d0f0ad&quot;:{&quot;type&quot;:&quot;FIGURE_OBJECT&quot;,&quot;id&quot;:&quot;bd84e4b0-24cc-4d7b-8701-3c2e58d0f0ad&quot;,&quot;relativeTransform&quot;:{&quot;translate&quot;:{&quot;x&quot;:-33.995978285617504,&quot;y&quot;:-8.61084020310001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,&quot;range&quot;:[0,8]}],&quot;text&quot;:&quot;Intensity&quot;,&quot;base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}],&quot;verticalAlign&quot;:&quot;TOP&quot;},&quot;size&quot;:{&quot;x&quot;:59.693196599451745,&quot;y&quot;:10.02421849713765},&quot;targetSize&quot;:{&quot;x&quot;:59.693196599451745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6&quot;}},&quot;d6226749-3e74-487b-9bb2-7f4fb5be7b54&quot;:{&quot;type&quot;:&quot;FIGURE_OBJECT&quot;,&quot;id&quot;:&quot;d6226749-3e74-487b-9bb2-7f4fb5be7b54&quot;,&quot;relativeTransform&quot;:{&quot;translate&quot;:{&quot;x&quot;:45.85415709673177,&quot;y&quot;:-48.1364356262782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7&quot;}},&quot;513e28a0-22ce-40d8-87cb-2c5af67361ce&quot;:{&quot;type&quot;:&quot;FIGURE_OBJECT&quot;,&quot;id&quot;:&quot;513e28a0-22ce-40d8-87cb-2c5af67361ce&quot;,&quot;relativeTransform&quot;:{&quot;translate&quot;:{&quot;x&quot;:0.04745069867664589,&quot;y&quot;:-0.15576207249657034},&quot;rotate&quot;:0},&quot;opacity&quot;:1,&quot;path&quot;:{&quot;type&quot;:&quot;POLY_LINE&quot;,&quot;points&quot;:[{&quot;x&quot;:-2.32236723930898,&quot;y&quot;:68.7434766316907},{&quot;x&quot;:-1.3934203435853982,&quot;y&quot;:68.7434766316907},{&quot;x&quot;:1.5540295930501495e-13,&quot;y&quot;:-68.7434766316907},{&quot;x&quot;:1.3934203435855537,&quot;y&quot;:68.7434766316907},{&quot;x&quot;:2.32236723930898,&quot;y&quot;:68.7434766316907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1&quot;}},&quot;73b43fbb-2a84-4cf3-8401-6c5038fc6a38&quot;:{&quot;type&quot;:&quot;FIGURE_OBJECT&quot;,&quot;id&quot;:&quot;73b43fbb-2a84-4cf3-8401-6c5038fc6a38&quot;,&quot;relativeTransform&quot;:{&quot;translate&quot;:{&quot;x&quot;:4.644172162767881,&quot;y&quot;:20.92315249383493},&quot;rotate&quot;:0},&quot;opacity&quot;:1,&quot;path&quot;:{&quot;type&quot;:&quot;POLY_LINE&quot;,&quot;points&quot;:[{&quot;x&quot;:-2.3223672393088766,&quot;y&quot;:47.64853870560218},{&quot;x&quot;:-1.393420343584984,&quot;y&quot;:47.64853870560218},{&quot;x&quot;:2.5900493217502494e-13,&quot;y&quot;:-47.64853870560218},{&quot;x&quot;:1.393420343585502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2&quot;}},&quot;e6c2ef82-e26c-45d6-b49e-7db5ca2fb404&quot;:{&quot;type&quot;:&quot;FIGURE_OBJECT&quot;,&quot;id&quot;:&quot;e6c2ef82-e26c-45d6-b49e-7db5ca2fb404&quot;,&quot;relativeTransform&quot;:{&quot;translate&quot;:{&quot;x&quot;:9.240893626859323,&quot;y&quot;:41.434178149325945},&quot;rotate&quot;:0},&quot;opacity&quot;:1,&quot;path&quot;:{&quot;type&quot;:&quot;POLY_LINE&quot;,&quot;points&quot;:[{&quot;x&quot;:-2.3223672393088766,&quot;y&quot;:27.070118761700645},{&quot;x&quot;:-1.393420343585191,&quot;y&quot;:27.070118761700645},{&quot;x&quot;:5.1800986435004986e-14,&quot;y&quot;:-27.070118761700645},{&quot;x&quot;:1.393420343584984,&quot;y&quot;:27.070118761700645},{&quot;x&quot;:2.3223672393088766,&quot;y&quot;:27.07011876170064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3&quot;}},&quot;7cff04da-ebf9-451f-8374-51fad69ed79e&quot;:{&quot;type&quot;:&quot;FIGURE_OBJECT&quot;,&quot;id&quot;:&quot;7cff04da-ebf9-451f-8374-51fad69ed79e&quot;,&quot;relativeTransform&quot;:{&quot;translate&quot;:{&quot;x&quot;:-4.520352065809909,&quot;y&quot;:21.00398553392906},&quot;rotate&quot;:0},&quot;opacity&quot;:1,&quot;path&quot;:{&quot;type&quot;:&quot;POLY_LINE&quot;,&quot;points&quot;:[{&quot;x&quot;:-2.3223672393088766,&quot;y&quot;:47.64853870560218},{&quot;x&quot;:-1.3934203435853982,&quot;y&quot;:47.64853870560218},{&quot;x&quot;:-1.5540295930501495e-13,&quot;y&quot;:-47.64853870560218},{&quot;x&quot;:1.393420343585191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5&quot;}},&quot;7ffce1cf-3f8c-43d6-a3bc-da73814d7ca4&quot;:{&quot;type&quot;:&quot;FIGURE_OBJECT&quot;,&quot;id&quot;:&quot;7ffce1cf-3f8c-43d6-a3bc-da73814d7ca4&quot;,&quot;relativeTransform&quot;:{&quot;translate&quot;:{&quot;x&quot;:-9.000844277047948,&quot;y&quot;:41.699232361348514},&quot;rotate&quot;:0},&quot;opacity&quot;:1,&quot;path&quot;:{&quot;type&quot;:&quot;POLY_LINE&quot;,&quot;points&quot;:[{&quot;x&quot;:-2.3223672393088766,&quot;y&quot;:27.07011876170085},{&quot;x&quot;:-1.3934203435855537,&quot;y&quot;:27.07011876170085},{&quot;x&quot;:1.5540295930501495e-13,&quot;y&quot;:-27.07011876170085},{&quot;x&quot;:1.3934203435853982,&quot;y&quot;:27.07011876170085},{&quot;x&quot;:2.3223672393088766,&quot;y&quot;:27.070118761700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6&quot;}},&quot;d7a35815-c12c-4b40-ab14-9b7bbc1cce8f&quot;:{&quot;type&quot;:&quot;FIGURE_OBJECT&quot;,&quot;id&quot;:&quot;d7a35815-c12c-4b40-ab14-9b7bbc1cce8f&quot;,&quot;relativeTransform&quot;:{&quot;translate&quot;:{&quot;x&quot;:13.46687713848401,&quot;y&quot;:54.55374335416616},&quot;rotate&quot;:0},&quot;opacity&quot;:1,&quot;path&quot;:{&quot;type&quot;:&quot;POLY_LINE&quot;,&quot;points&quot;:[{&quot;x&quot;:-2.145111617298679,&quot;y&quot;:13.899455414118046},{&quot;x&quot;:-1.2870669703788136,&quot;y&quot;:13.899455414118046},{&quot;x&quot;:-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7&quot;}},&quot;4083dcc0-17fd-4e97-a5d9-2044305d68ce&quot;:{&quot;type&quot;:&quot;FIGURE_OBJECT&quot;,&quot;id&quot;:&quot;4083dcc0-17fd-4e97-a5d9-2044305d68ce&quot;,&quot;relativeTransform&quot;:{&quot;translate&quot;:{&quot;x&quot;:-13.46687713848401,&quot;y&quot;:54.999783290069225},&quot;rotate&quot;:0},&quot;opacity&quot;:1,&quot;path&quot;:{&quot;type&quot;:&quot;POLY_LINE&quot;,&quot;points&quot;:[{&quot;x&quot;:-2.145111617298679,&quot;y&quot;:13.899455414118046},{&quot;x&quot;:-1.2870669703790725,&quot;y&quot;:13.899455414118046},{&quot;x&quot;: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8&quot;}},&quot;b4ca9fa3-f592-4cff-8b56-31e8a343b110&quot;:{&quot;type&quot;:&quot;FIGURE_OBJECT&quot;,&quot;id&quot;:&quot;b4ca9fa3-f592-4cff-8b56-31e8a343b110&quot;,&quot;relativeTransform&quot;:{&quot;translate&quot;:{&quot;x&quot;:-5.85505368735455,&quot;y&quot;:-12.31038977947658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8&quot;}},&quot;dad50d5e-a6f6-4e71-91b5-b57f849d8835&quot;:{&quot;type&quot;:&quot;FIGURE_OBJECT&quot;,&quot;id&quot;:&quot;dad50d5e-a6f6-4e71-91b5-b57f849d8835&quot;,&quot;relativeTransform&quot;:{&quot;translate&quot;:{&quot;x&quot;:-2.50430896339619,&quot;y&quot;:-0.04168327615899479},&quot;rotate&quot;:0},&quot;opacity&quot;:1,&quot;path&quot;:{&quot;type&quot;:&quot;POLY_LINE&quot;,&quot;points&quot;:[{&quot;x&quot;:-2.514646573395518,&quot;y&quot;:32.48537137476488},{&quot;x&quot;:-1.5087879440370624,&quot;y&quot;:32.48537137476488},{&quot;x&quot;:6.216118372200598e-13,&quot;y&quot;:-32.48537137476488},{&quot;x&quot;:1.5087879440375285,&quot;y&quot;:32.48537137476488},{&quot;x&quot;:2.514646573395518,&quot;y&quot;:32.4853713747648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1&quot;}},&quot;375dc426-5214-43f5-ba96-2190213f53c8&quot;:{&quot;type&quot;:&quot;FIGURE_OBJECT&quot;,&quot;id&quot;:&quot;375dc426-5214-43f5-ba96-2190213f53c8&quot;,&quot;relativeTransform&quot;:{&quot;translate&quot;:{&quot;x&quot;:2.4729959532757686,&quot;y&quot;:15.26223839046774},&quot;rotate&quot;:0},&quot;opacity&quot;:1,&quot;path&quot;:{&quot;type&quot;:&quot;POLY_LINE&quot;,&quot;points&quot;:[{&quot;x&quot;:-2.514646573395311,&quot;y&quot;:17.164911730575902},{&quot;x&quot;:-1.508787944036907,&quot;y&quot;:17.164911730575902},{&quot;x&quot;:0,&quot;y&quot;:-17.164911730575902},{&quot;x&quot;:1.5087879440365444,&quot;y&quot;:17.164911730575902},{&quot;x&quot;:2.514646573395311,&quot;y&quot;:17.164911730575902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2&quot;}},&quot;2a9b5dc9-6023-4584-92e9-9ed5d3e65ba9&quot;:{&quot;type&quot;:&quot;FIGURE_OBJECT&quot;,&quot;id&quot;:&quot;2a9b5dc9-6023-4584-92e9-9ed5d3e65ba9&quot;,&quot;relativeTransform&quot;:{&quot;translate&quot;:{&quot;x&quot;:7.450300869947753,&quot;y&quot;:26.347277597966617},&quot;rotate&quot;:0},&quot;opacity&quot;:1,&quot;path&quot;:{&quot;type&quot;:&quot;POLY_LINE&quot;,&quot;points&quot;:[{&quot;x&quot;:-2.5146465733954924,&quot;y&quot;:6.1052797729931685},{&quot;x&quot;:-1.5087879440370882,&quot;y&quot;:6.1052797729931685},{&quot;x&quot;:0.3720796661675718,&quot;y&quot;:-6.1052797729931685},{&quot;x&quot;:1.5087879440366738,&quot;y&quot;:6.1052797729931685},{&quot;x&quot;:2.5146465733954924,&quot;y&quot;:6.10527977299316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5&quot;}},&quot;1b5f1dda-ef9c-4941-bc88-15822f9ef490&quot;:{&quot;type&quot;:&quot;FIGURE_OBJECT&quot;,&quot;id&quot;:&quot;1b5f1dda-ef9c-4941-bc88-15822f9ef490&quot;,&quot;relativeTransform&quot;:{&quot;translate&quot;:{&quot;x&quot;:-7.450300869947753,&quot;y&quot;:11.641677558943078},&quot;rotate&quot;:0},&quot;opacity&quot;:1,&quot;path&quot;:{&quot;type&quot;:&quot;POLY_LINE&quot;,&quot;points&quot;:[{&quot;x&quot;:-2.5146465733954924,&quot;y&quot;:20.885377091980793},{&quot;x&quot;:-1.5087879440366738,&quot;y&quot;:20.885377091980793},{&quot;x&quot;:1.8130345252251746e-13,&quot;y&quot;:-20.885377091980793},{&quot;x&quot;:1.5087879440370882,&quot;y&quot;:20.885377091980793},{&quot;x&quot;:2.5146465733954924,&quot;y&quot;:20.885377091980793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7&quot;}},&quot;50542470-ab2e-49a4-abe6-d58d56e3d1b5&quot;:{&quot;relativeTransform&quot;:{&quot;translate&quot;:{&quot;x&quot;:258.3403485269928,&quot;y&quot;:-122.30841865557491},&quot;rotate&quot;:0,&quot;skewX&quot;:0,&quot;scale&quot;:{&quot;x&quot;:1,&quot;y&quot;:1}},&quot;type&quot;:&quot;FIGURE_OBJECT&quot;,&quot;id&quot;:&quot;50542470-ab2e-49a4-abe6-d58d56e3d1b5&quot;,&quot;parent&quot;:{&quot;type&quot;:&quot;CHILD&quot;,&quot;parentId&quot;:&quot;b2c6bbb4-888a-4f48-9c93-09180d365912&quot;,&quot;order&quot;:&quot;77&quot;},&quot;name&quot;:&quot;Sequencer (Illumina NextSeq 500) with DNA sequencing stream&quot;,&quot;displayName&quot;:&quot;Sequencer (Illumina NextSeq 500) with DNA sequencing stream&quot;,&quot;source&quot;:{&quot;id&quot;:&quot;62d1be7f10aad9da4c2c4ca3&quot;,&quot;type&quot;:&quot;ASSETS&quot;},&quot;isPremium&quot;:true},&quot;8186b202-8cbc-4e59-8f71-9673017bb8d0&quot;:{&quot;id&quot;:&quot;8186b202-8cbc-4e59-8f71-9673017bb8d0&quot;,&quot;name&quot;:&quot;DNA sequencing stream&quot;,&quot;displayName&quot;:&quot;&quot;,&quot;type&quot;:&quot;FIGURE_OBJECT&quot;,&quot;relativeTransform&quot;:{&quot;translate&quot;:{&quot;x&quot;:106.15965147300722,&quot;y&quot;:15.247826758924116},&quot;rotate&quot;:0,&quot;skewX&quot;:0,&quot;scale&quot;:{&quot;x&quot;:0.6133333333333333,&quot;y&quot;:0.6633333333333333}},&quot;image&quot;:{&quot;url&quot;:&quot;https://icons.biorender.com/biorender/62d1bdfa19645e0028e73845/dna-sequencing-stream.png&quot;,&quot;isPremium&quot;:false,&quot;size&quot;:{&quot;x&quot;:300,&quot;y&quot;:109.09090909090908}},&quot;source&quot;:{&quot;id&quot;:&quot;62d1ac3919645e0028e737ac&quot;,&quot;type&quot;:&quot;ASSETS&quot;},&quot;isPremium&quot;:false,&quot;parent&quot;:{&quot;type&quot;:&quot;CHILD&quot;,&quot;parentId&quot;:&quot;50542470-ab2e-49a4-abe6-d58d56e3d1b5&quot;,&quot;order&quot;:&quot;5&quot;}},&quot;44cb24da-f4fd-4dd5-9322-3c526d4e9a11&quot;:{&quot;id&quot;:&quot;44cb24da-f4fd-4dd5-9322-3c526d4e9a11&quot;,&quot;name&quot;:&quot;Sequencer (Illumina NextSeq 500)&quot;,&quot;displayName&quot;:&quot;&quot;,&quot;type&quot;:&quot;FIGURE_OBJECT&quot;,&quot;relativeTransform&quot;:{&quot;translate&quot;:{&quot;x&quot;:95.00019447581698,&quot;y&quot;:-16.566550698111932},&quot;rotate&quot;:0,&quot;skewX&quot;:0,&quot;scale&quot;:{&quot;x&quot;:0.6133333333333333,&quot;y&quot;:0.6633333333333333}},&quot;image&quot;:{&quot;url&quot;:&quot;https://icons.biorender.com/biorender/5f35b0be8d485800287e5251/20200813213323/image/sequencer-illumina-nextseq-500.png&quot;,&quot;isPremium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50542470-ab2e-49a4-abe6-d58d56e3d1b5&quot;,&quot;order&quot;:&quot;2&quot;}},&quot;ca127943-b2ba-4807-a9d5-c6f23d74cbe1&quot;:{&quot;id&quot;:&quot;ca127943-b2ba-4807-a9d5-c6f23d74cbe1&quot;,&quot;type&quot;:&quot;FIGURE_OBJECT&quot;,&quot;relativeTransform&quot;:{&quot;translate&quot;:{&quot;x&quot;:74.45857122802737,&quot;y&quot;:240.27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6]}],&quot;text&quot;:&quot;Protein Isolation&quot;}],&quot;_lastCaretLocation&quot;:{&quot;lineIndex&quot;:0,&quot;runIndex&quot;:0,&quot;charIndex&quot;:7}},&quot;format&quot;:&quot;BETTER_TEXT&quot;,&quot;size&quot;:{&quot;x&quot;:104.44914245605469,&quot;y&quot;:37.08},&quot;targetSize&quot;:{&quot;x&quot;:104.44914245605469,&quot;y&quot;:21}},&quot;parent&quot;:{&quot;type&quot;:&quot;CHILD&quot;,&quot;parentId&quot;:&quot;b2c6bbb4-888a-4f48-9c93-09180d365912&quot;,&quot;order&quot;:&quot;8&quot;}},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6c5357de-ba33-4b65-96d6-34a02e2a5f55&quot;:{&quot;id&quot;:&quot;6c5357de-ba33-4b65-96d6-34a02e2a5f55&quot;,&quot;type&quot;:&quot;FIGURE_OBJECT&quot;,&quot;relativeTransform&quot;:{&quot;translate&quot;:{&quot;x&quot;:109.93407122802738,&quot;y&quot;:-56.792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4]}],&quot;text&quot;:&quot;m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85&quot;}},&quot;9d994b04-d568-4ad5-9ecc-b1fe7bc1a890&quot;:{&quot;id&quot;:&quot;9d994b04-d568-4ad5-9ecc-b1fe7bc1a890&quot;,&quot;type&quot;:&quot;FIGURE_OBJECT&quot;,&quot;relativeTransform&quot;:{&quot;translate&quot;:{&quot;x&quot;:77.89807122802738,&quot;y&quot;:-39.999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5]}],&quot;text&quot;:&quot;mi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&quot;}},&quot;07115787-be71-4d5f-8dee-18db6b8b7fb0&quot;:{&quot;id&quot;:&quot;07115787-be71-4d5f-8dee-18db6b8b7fb0&quot;,&quot;type&quot;:&quot;FIGURE_OBJECT&quot;,&quot;relativeTransform&quot;:{&quot;translate&quot;:{&quot;x&quot;:125.58807122802737,&quot;y&quot;:-30.76299999999999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6]}],&quot;text&quot;:&quot;IncRNAs&quot;}],&quot;_lastCaretLocation&quot;:{&quot;lineIndex&quot;:0,&quot;runIndex&quot;:0,&quot;charIndex&quot;:3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2&quot;}},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4acafc5-0ed7-4650-91d8-a3b0d59017e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07293d49-cb42-44ca-974f-067a3bf1912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03b1325-3f84-40fc-b7a1-abd4687195e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cec6b0d629a499caa1820e"/>
  <p:tag name="SLIDEID" val="b2c6bbb4-888a-4f48-9c93-09180d365912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7cdd8625-ca91-475f-8bd7-ba28120e48f7&quot;:{&quot;id&quot;:&quot;7cdd8625-ca91-475f-8bd7-ba28120e48f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2c6bbb4-888a-4f48-9c93-09180d365912&quot;,&quot;order&quot;:&quot;5&quot;}},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8b4c0c9f-8f90-43e1-92e8-ffb84b128d97&quot;:{&quot;id&quot;:&quot;8b4c0c9f-8f90-43e1-92e8-ffb84b128d97&quot;,&quot;type&quot;:&quot;FIGURE_OBJECT&quot;,&quot;relativeTransform&quot;:{&quot;translate&quot;:{&quot;x&quot;:-337.5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0]}],&quot;text&quot;:&quot;DMD Patient&quot;},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8]}],&quot;text&quot;:&quot;Blood/Urine Sample &quot;}],&quot;_lastCaretLocation&quot;:{&quot;lineIndex&quot;:1,&quot;runIndex&quot;:0,&quot;charIndex&quot;:11}},&quot;format&quot;:&quot;BETTER_TEXT&quot;,&quot;size&quot;:{&quot;x&quot;:179.00000000000003,&quot;y&quot;:46.599999999999994},&quot;targetSize&quot;:{&quot;x&quot;:179.00000000000003,&quot;y&quot;:46.599999999999994}},&quot;parent&quot;:{&quot;type&quot;:&quot;CHILD&quot;,&quot;parentId&quot;:&quot;b2c6bbb4-888a-4f48-9c93-09180d365912&quot;,&quot;order&quot;:&quot;02&quot;}},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3ec3c929-ff65-4edf-b54d-7b130228d388&quot;:{&quot;id&quot;:&quot;3ec3c929-ff65-4edf-b54d-7b130228d388&quot;,&quot;type&quot;:&quot;FIGURE_OBJECT&quot;,&quot;relativeTransform&quot;:{&quot;translate&quot;:{&quot;x&quot;:-113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4]}],&quot;text&quot;:&quot;Plasma exosomes Isolation&quot;}],&quot;_lastCaretLocation&quot;:{&quot;lineIndex&quot;:0,&quot;runIndex&quot;:0,&quot;charIndex&quot;:6}},&quot;format&quot;:&quot;BETTER_TEXT&quot;,&quot;size&quot;:{&quot;x&quot;:202,&quot;y&quot;:46.599999999999994},&quot;targetSize&quot;:{&quot;x&quot;:202,&quot;y&quot;:46.599999999999994}},&quot;parent&quot;:{&quot;type&quot;:&quot;CHILD&quot;,&quot;parentId&quot;:&quot;b2c6bbb4-888a-4f48-9c93-09180d365912&quot;,&quot;order&quot;:&quot;05&quot;}},&quot;e0dbec9c-56c7-427e-a931-ece8d86e09e3&quot;:{&quot;type&quot;:&quot;FIGURE_OBJECT&quot;,&quot;id&quot;:&quot;e0dbec9c-56c7-427e-a931-ece8d86e09e3&quot;,&quot;relativeTransform&quot;:{&quot;translate&quot;:{&quot;x&quot;:85.97899999999998,&quot;y&quot;:-243.5},&quot;rotate&quot;:0,&quot;skewX&quot;:0,&quot;scale&quot;:{&quot;x&quot;:1,&quot;y&quot;:1}},&quot;opacity&quot;:1,&quot;path&quot;:{&quot;type&quot;:&quot;ARROW&quot;,&quot;size&quot;:{&quot;x&quot;:215.95799999999997,&quot;y&quot;:68},&quot;tipOffsetLeft&quot;:35,&quot;wingsOffsetRight&quot;:35},&quot;isLocked&quot;:false,&quot;pathStyles&quot;:[{&quot;type&quot;:&quot;FILL&quot;,&quot;fillStyle&quot;:&quot;rgba(63, 120, 193, 1)&quot;},{&quot;type&quot;:&quot;STROKE&quot;,&quot;strokeStyle&quot;:&quot;rgba(19,54,122,1)&quot;,&quot;lineWidth&quot;:2,&quot;lineJoin&quot;:&quot;round&quot;}],&quot;parent&quot;:{&quot;type&quot;:&quot;CHILD&quot;,&quot;parentId&quot;:&quot;b2c6bbb4-888a-4f48-9c93-09180d365912&quot;,&quot;order&quot;:&quot;06&quot;}},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195f7d1c-4fa4-4d23-89c1-659cfb739b55&quot;:{&quot;relativeTransform&quot;:{&quot;translate&quot;:{&quot;x&quot;:729.3279502576844,&quot;y&quot;:846.3322583804352},&quot;rotate&quot;:0,&quot;skewX&quot;:0,&quot;scale&quot;:{&quot;x&quot;:1,&quot;y&quot;:1}},&quot;type&quot;:&quot;FIGURE_OBJECT&quot;,&quot;id&quot;:&quot;195f7d1c-4fa4-4d23-89c1-659cfb739b55&quot;,&quot;parent&quot;:{&quot;type&quot;:&quot;CHILD&quot;,&quot;parentId&quot;:&quot;b2c6bbb4-888a-4f48-9c93-09180d365912&quot;,&quot;order&quot;:&quot;25&quot;},&quot;name&quot;:&quot;RNA extraction&quot;,&quot;displayName&quot;:&quot;RNA extraction&quot;,&quot;source&quot;:{&quot;id&quot;:&quot;60902039f8361e00a7c38ef3&quot;,&quot;type&quot;:&quot;ASSETS&quot;},&quot;isPremium&quot;:true},&quot;35b2fd26-128e-4ecc-905b-4a9ed5ae99b4&quot;:{&quot;type&quot;:&quot;FIGURE_OBJECT&quot;,&quot;id&quot;:&quot;35b2fd26-128e-4ecc-905b-4a9ed5ae99b4&quot;,&quot;name&quot;:&quot;Eppendorf tube (1/3 liquid, closed)&quot;,&quot;relativeTransform&quot;:{&quot;translate&quot;:{&quot;x&quot;:-707.8521117829374,&quot;y&quot;:-940.0329850989116},&quot;rotate&quot;:0,&quot;skewX&quot;:0,&quot;scale&quot;:{&quot;x&quot;:0.19618586503137672,&quot;y&quot;:0.19618586503137675}},&quot;opacity&quot;:1,&quot;image&quot;:{&quot;url&quot;:&quot;https://icons.biorender.com/biorender/5e41d9c2e250000028d2f72e/eppendorf-tube-1-3-closed.png&quot;,&quot;size&quot;:{&quot;x&quot;:162,&quot;y&quot;:352},&quot;isPremium&quot;:false,&quot;isPacked&quot;:true},&quot;source&quot;:{&quot;id&quot;:&quot;5e41d978e250000028d2f71e&quot;,&quot;type&quot;:&quot;ASSETS&quot;},&quot;pathStyles&quot;:[{&quot;type&quot;:&quot;FILL&quot;,&quot;fillStyle&quot;:&quot;rgb(0,0,0)&quot;}],&quot;isLocked&quot;:false,&quot;parent&quot;:{&quot;type&quot;:&quot;CHILD&quot;,&quot;parentId&quot;:&quot;195f7d1c-4fa4-4d23-89c1-659cfb739b55&quot;,&quot;order&quot;:&quot;05&quot;}},&quot;4a131f83-d625-4fe9-a11c-d9f1507d0c60&quot;:{&quot;type&quot;:&quot;FIGURE_OBJECT&quot;,&quot;id&quot;:&quot;4a131f83-d625-4fe9-a11c-d9f1507d0c60&quot;,&quot;relativeTransform&quot;:{&quot;translate&quot;:{&quot;x&quot;:-705.9118296137366,&quot;y&quot;:-952.6029499725403},&quot;rotate&quot;:0},&quot;opacity&quot;:0.75,&quot;path&quot;:{&quot;type&quot;:&quot;RECT&quot;,&quot;size&quot;:{&quot;x&quot;:12.27029815913519,&quot;y&quot;:25.12787481979796},&quot;cornerRounding&quot;:{&quot;type&quot;:&quot;ARC_LENGTH&quot;,&quot;global&quot;:0}},&quot;pathStyles&quot;:[{&quot;type&quot;:&quot;FILL&quot;,&quot;fillStyle&quot;:&quot;rgba(220, 226, 226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1&quot;}},&quot;908a76dd-9d35-46f4-8ebb-2d9dc83099fe&quot;:{&quot;type&quot;:&quot;FIGURE_OBJECT&quot;,&quot;id&quot;:&quot;908a76dd-9d35-46f4-8ebb-2d9dc83099fe&quot;,&quot;relativeTransform&quot;:{&quot;translate&quot;:{&quot;x&quot;:-705.9396297794893,&quot;y&quot;:-939.0903319063274},&quot;rotate&quot;:0},&quot;opacity&quot;:0.75,&quot;path&quot;:{&quot;type&quot;:&quot;RECT&quot;,&quot;size&quot;:{&quot;x&quot;:8.051623006150168,&quot;y&quot;:2.578465373570749},&quot;cornerRounding&quot;:{&quot;type&quot;:&quot;ARC_LENGTH&quot;,&quot;global&quot;:0}},&quot;pathStyles&quot;:[{&quot;type&quot;:&quot;FILL&quot;,&quot;fillStyle&quot;:&quot;rgba(203, 209, 209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&quot;}},&quot;80111e7a-2b64-4bc4-bc5e-08e157021113&quot;:{&quot;type&quot;:&quot;FIGURE_OBJECT&quot;,&quot;id&quot;:&quot;80111e7a-2b64-4bc4-bc5e-08e157021113&quot;,&quot;relativeTransform&quot;:{&quot;translate&quot;:{&quot;x&quot;:-705.9535298623658,&quot;y&quot;:-966.2510938467976},&quot;rotate&quot;:0},&quot;opacity&quot;:0.75,&quot;path&quot;:{&quot;type&quot;:&quot;RECT&quot;,&quot;size&quot;:{&quot;x&quot;:16.634924182322333,&quot;y&quot;:2.578465373570749},&quot;cornerRounding&quot;:{&quot;type&quot;:&quot;ARC_LENGTH&quot;,&quot;global&quot;:0}},&quot;pathStyles&quot;:[{&quot;type&quot;:&quot;FILL&quot;,&quot;fillStyle&quot;:&quot;rgba(197,201,201,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5&quot;}},&quot;9b68c513-692e-475c-a5cd-23b45c6a3d89&quot;:{&quot;type&quot;:&quot;FIGURE_OBJECT&quot;,&quot;id&quot;:&quot;9b68c513-692e-475c-a5cd-23b45c6a3d89&quot;,&quot;relativeTransform&quot;:{&quot;translate&quot;:{&quot;x&quot;:-705.7669688020839,&quot;y&quot;:-941.7021495882531},&quot;rotate&quot;:0},&quot;opacity&quot;:1,&quot;path&quot;:{&quot;type&quot;:&quot;RECT&quot;,&quot;size&quot;:{&quot;x&quot;:10.466762405923308,&quot;y&quot;:1.7722605667400027},&quot;cornerRounding&quot;:{&quot;type&quot;:&quot;ARC_LENGTH&quot;,&quot;global&quot;:0}},&quot;pathStyles&quot;:[{&quot;type&quot;:&quot;FILL&quot;,&quot;fillStyle&quot;:&quot;rgba(41,55,124,1)&quot;},{&quot;type&quot;:&quot;STROKE&quot;,&quot;strokeStyle&quot;:&quot;transparent&quot;,&quot;lineWidth&quot;:0,&quot;lineJoin&quot;:&quot;round&quot;,&quot;dashArray&quot;:[0,0]}],&quot;isLocked&quot;:false,&quot;parent&quot;:{&quot;type&quot;:&quot;CHILD&quot;,&quot;parentId&quot;:&quot;195f7d1c-4fa4-4d23-89c1-659cfb739b55&quot;,&quot;order&quot;:&quot;3&quot;}},&quot;af32cd2f-7d83-4819-bfe3-f3b173a63a55&quot;:{&quot;type&quot;:&quot;FIGURE_OBJECT&quot;,&quot;id&quot;:&quot;af32cd2f-7d83-4819-bfe3-f3b173a63a55&quot;,&quot;name&quot;:&quot;dsDNA brush 2 (wavy) &quot;,&quot;relativeTransform&quot;:{&quot;translate&quot;:{&quot;x&quot;:-640.1273142058535,&quot;y&quot;:-979.7595107267325},&quot;rotate&quot;:0},&quot;opacity&quot;:1,&quot;source&quot;:{&quot;id&quot;:&quot;5ee8e281a8cc7b00af3291a9&quot;,&quot;type&quot;:&quot;ASSETS&quot;},&quot;path&quot;:{&quot;type&quot;:&quot;POLY_LINE&quot;,&quot;points&quot;:[{&quot;x&quot;:-27.71715653047526,&quot;y&quot;:-0.7405560502243849},{&quot;x&quot;:-13.31863365750106,&quot;y&quot;:3.316140539040511},{&quot;x&quot;:12.598707513852483,&quot;y&quot;:-3.058668386947222},{&quot;x&quot;:27.71715653047526,&quot;y&quot;:-0.7405560502243849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02f691ca-21cb-4bc7-82bc-dea15dade083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&quot;},&quot;isPremium&quot;:true},&quot;d5547cff-4d46-4e64-a063-a72a116e8f93&quot;:{&quot;type&quot;:&quot;FIGURE_OBJECT&quot;,&quot;id&quot;:&quot;d5547cff-4d46-4e64-a063-a72a116e8f93&quot;,&quot;name&quot;:&quot;dsDNA brush 2 (wavy) &quot;,&quot;relativeTransform&quot;:{&quot;translate&quot;:{&quot;x&quot;:-648.131428701216,&quot;y&quot;:-959.095963449297},&quot;rotate&quot;:0},&quot;opacity&quot;:1,&quot;source&quot;:{&quot;id&quot;:&quot;5ee8e281a8cc7b00af3291a9&quot;,&quot;type&quot;:&quot;ASSETS&quot;},&quot;path&quot;:{&quot;type&quot;:&quot;POLY_LINE&quot;,&quot;points&quot;:[{&quot;x&quot;:-18.760594754774637,&quot;y&quot;:-7.464966112362346},{&quot;x&quot;:-4.413562267629486,&quot;y&quot;:6.307912716235389},{&quot;x&quot;:18.760594754774637,&quot;y&quot;:7.464966112362346}],&quot;closed&quot;:false},&quot;pathStyles&quot;:[{&quot;type&quot;:&quot;FILL&quot;,&quot;fillStyle&quot;:&quot;rgba(0,0,0,0)&quot;},{&quot;type&quot;:&quot;STROKE&quot;,&quot;strokeStyle&quot;:&quot;rgba(0,0,0,0)&quot;,&quot;lineWidth&quot;:5.759409149189665,&quot;lineJoin&quot;:&quot;round&quot;}],&quot;pathSmoothing&quot;:{&quot;type&quot;:&quot;CATMULL_SMOOTHING&quot;,&quot;smoothing&quot;:0.2},&quot;pathPattern&quot;:{&quot;type&quot;:&quot;ROW&quot;,&quot;patternId&quot;:&quot;b26746a4-35e8-4290-babb-6cf3c739eea4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5&quot;},&quot;isPremium&quot;:true},&quot;27d1ec4b-232b-428f-b4f6-6648ebd18cbc&quot;:{&quot;type&quot;:&quot;FIGURE_OBJECT&quot;,&quot;id&quot;:&quot;27d1ec4b-232b-428f-b4f6-6648ebd18cbc&quot;,&quot;name&quot;:&quot;dsDNA brush 2 (wavy) &quot;,&quot;relativeTransform&quot;:{&quot;translate&quot;:{&quot;x&quot;:-620.4362187484107,&quot;y&quot;:-951.8598962699133},&quot;rotate&quot;:0},&quot;opacity&quot;:1,&quot;source&quot;:{&quot;id&quot;:&quot;5ee8e281a8cc7b00af3291a9&quot;,&quot;type&quot;:&quot;ASSETS&quot;},&quot;path&quot;:{&quot;type&quot;:&quot;POLY_LINE&quot;,&quot;points&quot;:[{&quot;x&quot;:5.324302099448735,&quot;y&quot;:-18.097047215234298},{&quot;x&quot;:5.324302099448735,&quot;y&quot;:-3.016174535872414},{&quot;x&quot;:-4.478265142136518,&quot;y&quot;:10.556610875553265},{&quot;x&quot;:-6.740396044040829,&quot;y&quot;:18.097047215234298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39a3b7a5-975b-4fcc-9afe-b1280c392ada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6&quot;},&quot;isPremium&quot;:true},&quot;83951ac2-6353-490a-a876-8376dd234a3f&quot;:{&quot;type&quot;:&quot;FIGURE_OBJECT&quot;,&quot;id&quot;:&quot;83951ac2-6353-490a-a876-8376dd234a3f&quot;,&quot;relativeTransform&quot;:{&quot;translate&quot;:{&quot;x&quot;:-674.9271441994191,&quot;y&quot;:-951.5403784255034},&quot;rotate&quot;:0},&quot;opacity&quot;:1,&quot;path&quot;:{&quot;type&quot;:&quot;POLY_LINE&quot;,&quot;points&quot;:[{&quot;x&quot;:1.0275699563444196,&quot;y&quot;:-32.29505577082412},{&quot;x&quot;:-31.561077230578032,&quot;y&quot;:27.76552740325788},{&quot;x&quot;:31.561077230578032,&quot;y&quot;:32.29505577082412}],&quot;closed&quot;:false},&quot;pathStyles&quot;:[{&quot;type&quot;:&quot;FILL&quot;,&quot;fillStyle&quot;:&quot;transparent&quot;},{&quot;type&quot;:&quot;STROKE&quot;,&quot;strokeStyle&quot;:&quot;#232323&quot;,&quot;lineWidth&quot;:0.8807742482952012,&quot;lineJoin&quot;:&quot;round&quot;,&quot;dashArray&quot;:[1.4471551325667869,1.4471551325667869]}],&quot;isLocked&quot;:false,&quot;parent&quot;:{&quot;type&quot;:&quot;CHILD&quot;,&quot;parentId&quot;:&quot;195f7d1c-4fa4-4d23-89c1-659cfb739b55&quot;,&quot;order&quot;:&quot;7&quot;}},&quot;4a0c469b-9a02-4551-9aae-39b117f5a415&quot;:{&quot;type&quot;:&quot;FIGURE_OBJECT&quot;,&quot;id&quot;:&quot;4a0c469b-9a02-4551-9aae-39b117f5a415&quot;,&quot;relativeTransform&quot;:{&quot;translate&quot;:{&quot;x&quot;:-639.5278858123617,&quot;y&quot;:-959.3802234850766},&quot;rotate&quot;:0},&quot;opacity&quot;:1,&quot;path&quot;:{&quot;type&quot;:&quot;ELLIPSE&quot;,&quot;size&quot;:{&quot;x&quot;:82.24230429494327,&quot;y&quot;:80.67779202115742}},&quot;pathStyles&quot;:[{&quot;type&quot;:&quot;FILL&quot;,&quot;fillStyle&quot;:&quot;rgba(0,0,0,0)&quot;},{&quot;type&quot;:&quot;STROKE&quot;,&quot;strokeStyle&quot;:&quot;rgba(23,23,23,1)&quot;,&quot;lineWidth&quot;:0.8807742482952012,&quot;lineJoin&quot;:&quot;round&quot;}],&quot;isLocked&quot;:false,&quot;parent&quot;:{&quot;type&quot;:&quot;CHILD&quot;,&quot;parentId&quot;:&quot;195f7d1c-4fa4-4d23-89c1-659cfb739b55&quot;,&quot;order&quot;:&quot;8&quot;}},&quot;a5ffdd3e-7e08-4c8b-8f01-3c01535e9de6&quot;:{&quot;id&quot;:&quot;a5ffdd3e-7e08-4c8b-8f01-3c01535e9de6&quot;,&quot;type&quot;:&quot;FIGURE_OBJECT&quot;,&quot;relativeTransform&quot;:{&quot;translate&quot;:{&quot;x&quot;:93.479,&quot;y&quot;:-241.94633333333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255,255,255,1)&quot;,&quot;fontWeight&quot;:&quot;bold&quot;,&quot;fontStyle&quot;:&quot;normal&quot;,&quot;decoration&quot;:&quot;none&quot;},&quot;range&quot;:[0,1]},{&quot;range&quot;:[2,24],&quot;style&quot;:{&quot;fontWeight&quot;:&quot;normal&quot;,&quot;fontStyle&quot;:&quot;normal&quot;,&quot;fontSize&quot;:18.666666666666664,&quot;fontFamily&quot;:&quot;Roboto&quot;,&quot;color&quot;:&quot;rgba(255,255,255,1)&quot;,&quot;decoration&quot;:&quot;none&quot;}}],&quot;text&quot;:&quot; Quantitate exosome cargo&quot;}],&quot;_lastCaretLocation&quot;:{&quot;lineIndex&quot;:0,&quot;runIndex&quot;:-1,&quot;charIndex&quot;:-1,&quot;endOfLine&quot;:true}},&quot;format&quot;:&quot;BETTER_TEXT&quot;,&quot;size&quot;:{&quot;x&quot;:188.95800000000003,&quot;y&quot;:43.093333333333334},&quot;targetSize&quot;:{&quot;x&quot;:188.95800000000003,&quot;y&quot;:43.093333333333334}},&quot;parent&quot;:{&quot;type&quot;:&quot;CHILD&quot;,&quot;parentId&quot;:&quot;b2c6bbb4-888a-4f48-9c93-09180d365912&quot;,&quot;order&quot;:&quot;26&quot;}},&quot;1bb76ddb-aed8-4467-b689-f4e6e68e44fa&quot;:{&quot;type&quot;:&quot;FIGURE_OBJECT&quot;,&quot;id&quot;:&quot;1bb76ddb-aed8-4467-b689-f4e6e68e44fa&quot;,&quot;relativeTransform&quot;:{&quot;translate&quot;:{&quot;x&quot;:297,&quot;y&quot;:-243.5},&quot;rotate&quot;:0,&quot;skewX&quot;:0,&quot;scale&quot;:{&quot;x&quot;:1,&quot;y&quot;:1}},&quot;opacity&quot;:1,&quot;path&quot;:{&quot;type&quot;:&quot;ARROW&quot;,&quot;size&quot;:{&quot;x&quot;:242,&quot;y&quot;:68},&quot;tipOffsetLeft&quot;:35,&quot;wingsOffsetRight&quot;:35},&quot;isLocked&quot;:false,&quot;pathStyles&quot;:[{&quot;type&quot;:&quot;FILL&quot;,&quot;fillStyle&quot;:&quot;rgba(41, 56, 111, 1)&quot;},{&quot;type&quot;:&quot;STROKE&quot;,&quot;strokeStyle&quot;:&quot;rgba(11, 16, 60, 1)&quot;,&quot;lineWidth&quot;:2,&quot;lineJoin&quot;:&quot;round&quot;}],&quot;parent&quot;:{&quot;type&quot;:&quot;CHILD&quot;,&quot;parentId&quot;:&quot;b2c6bbb4-888a-4f48-9c93-09180d365912&quot;,&quot;order&quot;:&quot;27&quot;}},&quot;d6e25d55-0ab7-44d2-9b56-aa4233f32eb0&quot;:{&quot;id&quot;:&quot;d6e25d55-0ab7-44d2-9b56-aa4233f32eb0&quot;,&quot;type&quot;:&quot;FIGURE_OBJECT&quot;,&quot;relativeTransform&quot;:{&quot;translate&quot;:{&quot;x&quot;:308,&quot;y&quot;:-243.4999999999999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7.333333333333332,&quot;color&quot;:&quot;rgba(255,255,255,1)&quot;,&quot;fontWeight&quot;:&quot;normal&quot;,&quot;fontStyle&quot;:&quot;normal&quot;,&quot;decoration&quot;:&quot;none&quot;},&quot;range&quot;:[0,35]}],&quot;text&quot;:&quot;Profiling and Computational analysis&quot;,&quot;baseStyle&quot;:{&quot;fontFamily&quot;:&quot;Roboto&quot;,&quot;fontSize&quot;:17.333333333333332,&quot;color&quot;:&quot;rgba(255,255,255,1)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92.00000000000003,&quot;y&quot;:46.19999999999999},&quot;targetSize&quot;:{&quot;x&quot;:192.00000000000003,&quot;y&quot;:46.19999999999999}},&quot;parent&quot;:{&quot;type&quot;:&quot;CHILD&quot;,&quot;parentId&quot;:&quot;b2c6bbb4-888a-4f48-9c93-09180d365912&quot;,&quot;order&quot;:&quot;3&quot;}},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76abdda8-292c-4f5a-b14e-431911bedeb6&quot;:{&quot;type&quot;:&quot;FIGURE_OBJECT&quot;,&quot;id&quot;:&quot;76abdda8-292c-4f5a-b14e-431911bedeb6&quot;,&quot;relativeTransform&quot;:{&quot;translate&quot;:{&quot;x&quot;:-52.73400000000001,&quot;y&quot;:-104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8be43160-b2f2-4b7a-9590-7e8d2ae1574e&quot;:{&quot;type&quot;:&quot;FIGURE_OBJECT&quot;,&quot;id&quot;:&quot;8be43160-b2f2-4b7a-9590-7e8d2ae1574e&quot;,&quot;relativeTransform&quot;:{&quot;translate&quot;:{&quot;x&quot;:248,&quot;y&quot;:-109.038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a357cf7b-4d42-4f6f-bb03-acd26aea7266&quot;:{&quot;id&quot;:&quot;a357cf7b-4d42-4f6f-bb03-acd26aea7266&quot;,&quot;type&quot;:&quot;FIGURE_OBJECT&quot;,&quot;relativeTransform&quot;:{&quot;translate&quot;:{&quot;x&quot;:-158.28942877197267,&quot;y&quot;:14.55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33]}],&quot;text&quot;:&quot;Ultracentrifuge exosomes isolation&quot;}],&quot;_lastCaretLocation&quot;:{&quot;lineIndex&quot;:0,&quot;runIndex&quot;:0,&quot;charIndex&quot;:24}},&quot;format&quot;:&quot;BETTER_TEXT&quot;,&quot;size&quot;:{&quot;x&quot;:147.42114245605472,&quot;y&quot;:55.16},&quot;targetSize&quot;:{&quot;x&quot;:147.42114245605472,&quot;y&quot;:55.16}},&quot;parent&quot;:{&quot;type&quot;:&quot;CHILD&quot;,&quot;parentId&quot;:&quot;b2c6bbb4-888a-4f48-9c93-09180d365912&quot;,&quot;order&quot;:&quot;42&quot;}},&quot;76f9db88-879a-403b-982d-4df878abcaa2&quot;:{&quot;id&quot;:&quot;76f9db88-879a-403b-982d-4df878abcaa2&quot;,&quot;type&quot;:&quot;FIGURE_OBJECT&quot;,&quot;relativeTransform&quot;:{&quot;translate&quot;:{&quot;x&quot;:183.58657122802737,&quot;y&quot;:-120.5379999999999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2]}],&quot;text&quot;:&quot;RNA Isolation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18}},&quot;format&quot;:&quot;BETTER_TEXT&quot;,&quot;size&quot;:{&quot;x&quot;:104.44914245605469,&quot;y&quot;:21},&quot;targetSize&quot;:{&quot;x&quot;:104.44914245605469,&quot;y&quot;:21}},&quot;parent&quot;:{&quot;type&quot;:&quot;CHILD&quot;,&quot;parentId&quot;:&quot;b2c6bbb4-888a-4f48-9c93-09180d365912&quot;,&quot;order&quot;:&quot;45&quot;}},&quot;c7c7c86d-30e6-4b20-b898-d65dfcf3fb91&quot;:{&quot;id&quot;:&quot;c7c7c86d-30e6-4b20-b898-d65dfcf3fb91&quot;,&quot;type&quot;:&quot;FIGURE_OBJECT&quot;,&quot;relativeTransform&quot;:{&quot;translate&quot;:{&quot;x&quot;:366.70102349853516,&quot;y&quot;:-56.83233333333332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7.333333333333332,&quot;color&quot;:&quot;rgba(49,126,194,1)&quot;,&quot;fontWeight&quot;:&quot;bold&quot;,&quot;fontStyle&quot;:&quot;normal&quot;,&quot;decoration&quot;:&quot;none&quot;},&quot;range&quot;:[0,13]}],&quot;text&quot;:&quot;RNA-sequencing&quot;,&quot;baseStyle&quot;:{&quot;fontFamily&quot;:&quot;Roboto&quot;,&quot;fontSize&quot;:17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141.2200469970703,&quot;y&quot;:28.093333333333337},&quot;targetSize&quot;:{&quot;x&quot;:141.2200469970703,&quot;y&quot;:28.093333333333337}},&quot;parent&quot;:{&quot;type&quot;:&quot;CHILD&quot;,&quot;parentId&quot;:&quot;b2c6bbb4-888a-4f48-9c93-09180d365912&quot;,&quot;order&quot;:&quot;5&quot;}},&quot;41565150-6561-4aa0-a079-5d8328257de5&quot;:{&quot;id&quot;:&quot;41565150-6561-4aa0-a079-5d8328257de5&quot;,&quot;type&quot;:&quot;FIGURE_OBJECT&quot;,&quot;relativeTransform&quot;:{&quot;translate&quot;:{&quot;x&quot;:358,&quot;y&quot;:-15.99988409047066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6]}],&quot;text&quot;:&quot;Identification of differentially expressed mRNA&quot;}],&quot;_lastCaretLocation&quot;:{&quot;lineIndex&quot;:0,&quot;runIndex&quot;:-1,&quot;charIndex&quot;:-1,&quot;endOfLine&quot;:true}},&quot;format&quot;:&quot;BETTER_TEXT&quot;,&quot;size&quot;:{&quot;x&quot;:171,&quot;y&quot;:62},&quot;targetSize&quot;:{&quot;x&quot;:171,&quot;y&quot;:62}},&quot;parent&quot;:{&quot;type&quot;:&quot;CHILD&quot;,&quot;parentId&quot;:&quot;b2c6bbb4-888a-4f48-9c93-09180d365912&quot;,&quot;order&quot;:&quot;51&quot;}},&quot;d37e7d63-0d25-4c00-b173-d7e17f10e8e1&quot;:{&quot;id&quot;:&quot;d37e7d63-0d25-4c00-b173-d7e17f10e8e1&quot;,&quot;type&quot;:&quot;FIGURE_OBJECT&quot;,&quot;relativeTransform&quot;:{&quot;translate&quot;:{&quot;x&quot;:-338.5004287719727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1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2&quot;}},&quot;a542e8f0-23bf-4b50-ad3f-3e8061b158b1&quot;:{&quot;id&quot;:&quot;a542e8f0-23bf-4b50-ad3f-3e8061b158b1&quot;,&quot;type&quot;:&quot;FIGURE_OBJECT&quot;,&quot;relativeTransform&quot;:{&quot;translate&quot;:{&quot;x&quot;:-125.30342877197268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2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3&quot;}},&quot;454e5572-55b5-45e6-9645-c0bf1b093e68&quot;:{&quot;id&quot;:&quot;454e5572-55b5-45e6-9645-c0bf1b093e68&quot;,&quot;type&quot;:&quot;FIGURE_OBJECT&quot;,&quot;relativeTransform&quot;:{&quot;translate&quot;:{&quot;x&quot;:87.8935712280273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3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5&quot;}},&quot;0a77d894-b472-44b0-81fb-e169a4f00b9d&quot;:{&quot;id&quot;:&quot;0a77d894-b472-44b0-81fb-e169a4f00b9d&quot;,&quot;type&quot;:&quot;FIGURE_OBJECT&quot;,&quot;relativeTransform&quot;:{&quot;translate&quot;:{&quot;x&quot;:307.999571228027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4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6&quot;}},&quot;9e05bfaf-8ed2-423e-b90e-cbd73986dc2a&quot;:{&quot;type&quot;:&quot;FIGURE_OBJECT&quot;,&quot;id&quot;:&quot;9e05bfaf-8ed2-423e-b90e-cbd73986dc2a&quot;,&quot;relativeTransform&quot;:{&quot;translate&quot;:{&quot;x&quot;:-41.929,&quot;y&quot;:68.924},&quot;rotate&quot;:0,&quot;skewX&quot;:0,&quot;scale&quot;:{&quot;x&quot;:1,&quot;y&quot;:1}},&quot;opacity&quot;:1,&quot;path&quot;:{&quot;type&quot;:&quot;POLY_LINE&quot;,&quot;points&quot;:[{&quot;x&quot;:-71,&quot;y&quot;:-100.5},{&quot;x&quot;:56,&quot;y&quot;:81.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57&quot;},&quot;connectorInfo&quot;:{&quot;connectedObjects&quot;:[],&quot;type&quot;:&quot;LINE&quot;,&quot;offset&quot;:{&quot;x&quot;:0,&quot;y&quot;:0},&quot;bending&quot;:0.1,&quot;firstElementIsHead&quot;:true,&quot;customized&quot;:false}},&quot;a9faad3a-42ac-4dc4-8cab-dbc311ecb437&quot;:{&quot;type&quot;:&quot;FIGURE_OBJECT&quot;,&quot;id&quot;:&quot;a9faad3a-42ac-4dc4-8cab-dbc311ecb437&quot;,&quot;name&quot;:&quot;Eppendorf tube (2/3 liquid, closed)&quot;,&quot;relativeTransform&quot;:{&quot;translate&quot;:{&quot;x&quot;:31.760319357616453,&quot;y&quot;:171.77012030798403},&quot;rotate&quot;:0,&quot;skewX&quot;:0,&quot;scale&quot;:{&quot;x&quot;:0.1728590943192681,&quot;y&quot;:0.1728590943192681}},&quot;opacity&quot;:1,&quot;image&quot;:{&quot;url&quot;:&quot;https://icons.biorender.com/biorender/5e41da09e250000028d2f75d/eppendorf-tube-2-3-closed.png&quot;,&quot;size&quot;:{&quot;x&quot;:162,&quot;y&quot;:352},&quot;isPremium&quot;:false},&quot;source&quot;:{&quot;id&quot;:&quot;5e41d9e1e250000028d2f747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&quot;}},&quot;544ca4f1-4d6c-4e5b-b005-006784366118&quot;:{&quot;type&quot;:&quot;FIGURE_OBJECT&quot;,&quot;id&quot;:&quot;544ca4f1-4d6c-4e5b-b005-006784366118&quot;,&quot;name&quot;:&quot;Zoomed callout (circle, line tail, long)&quot;,&quot;relativeTransform&quot;:{&quot;translate&quot;:{&quot;x&quot;:89.26333167377717,&quot;y&quot;:150.63649392476984},&quot;rotate&quot;:0.451770514803181,&quot;skewX&quot;:0,&quot;scale&quot;:{&quot;x&quot;:1,&quot;y&quot;:1}},&quot;opacity&quot;:1,&quot;source&quot;:{&quot;id&quot;:&quot;5f1b4538c0abaf00b1f7ed94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1&quot;}},&quot;1e6f559b-ac58-4818-9eee-7c9da364270e&quot;:{&quot;type&quot;:&quot;FIGURE_OBJECT&quot;,&quot;id&quot;:&quot;1e6f559b-ac58-4818-9eee-7c9da364270e&quot;,&quot;relativeTransform&quot;:{&quot;translate&quot;:{&quot;x&quot;:-13.232118372342859,&quot;y&quot;:15.241825692554148},&quot;rotate&quot;:-1.5707963267948966},&quot;opacity&quot;:0.75,&quot;path&quot;:{&quot;type&quot;:&quot;POLY_LINE&quot;,&quot;points&quot;:[{&quot;x&quot;:19.701339351461403,&quot;y&quot;:-15.465346713603484},{&quot;x&quot;:-19.701339351461403,&quot;y&quot;:-23.13466237305908},{&quot;x&quot;:-14.035707749895913,&quot;y&quot;:23.13466237305908}],&quot;closed&quot;:false},&quot;pathStyles&quot;:[{&quot;type&quot;:&quot;FILL&quot;,&quot;fillStyle&quot;:&quot;transparent&quot;},{&quot;type&quot;:&quot;STROKE&quot;,&quot;strokeStyle&quot;:&quot;#232323&quot;,&quot;lineWidth&quot;:0.7024163482004256,&quot;lineJoin&quot;:&quot;round&quot;,&quot;dashArray&quot;:[1.9836555500893165,1.9836555500893165]}],&quot;isLocked&quot;:false,&quot;parent&quot;:{&quot;type&quot;:&quot;CHILD&quot;,&quot;parentId&quot;:&quot;544ca4f1-4d6c-4e5b-b005-006784366118&quot;,&quot;order&quot;:&quot;2&quot;}},&quot;4872d5a7-8017-47ca-ba32-03e32b128a5b&quot;:{&quot;type&quot;:&quot;FIGURE_OBJECT&quot;,&quot;id&quot;:&quot;4872d5a7-8017-47ca-ba32-03e32b128a5b&quot;,&quot;relativeTransform&quot;:{&quot;translate&quot;:{&quot;x&quot;:3.994585493105157,&quot;y&quot;:-2.570969791718617},&quot;rotate&quot;:2.220058808536788e-15,&quot;skewX&quot;:1.577721810442024e-30},&quot;opacity&quot;:0.75,&quot;path&quot;:{&quot;type&quot;:&quot;ELLIPSE&quot;,&quot;size&quot;:{&quot;x&quot;:64.74439050459362,&quot;y&quot;:64.74439050459374}},&quot;pathStyles&quot;:[{&quot;type&quot;:&quot;FILL&quot;,&quot;fillStyle&quot;:&quot;rgba(238,244,251,0.5)&quot;},{&quot;type&quot;:&quot;STROKE&quot;,&quot;strokeStyle&quot;:&quot;rgba(23,23,23,1)&quot;,&quot;lineWidth&quot;:0.7024163482004259,&quot;lineJoin&quot;:&quot;round&quot;}],&quot;isLocked&quot;:false,&quot;parent&quot;:{&quot;type&quot;:&quot;CHILD&quot;,&quot;parentId&quot;:&quot;544ca4f1-4d6c-4e5b-b005-006784366118&quot;,&quot;order&quot;:&quot;5&quot;}},&quot;9720d3c3-c03e-4c42-a7d9-147a397b57ef&quot;:{&quot;type&quot;:&quot;FIGURE_OBJECT&quot;,&quot;id&quot;:&quot;9720d3c3-c03e-4c42-a7d9-147a397b57ef&quot;,&quot;name&quot;:&quot;Generic protein (ball)&quot;,&quot;relativeTransform&quot;:{&quot;translate&quot;:{&quot;x&quot;:74.45880806656723,&quot;y&quot;:148.68113965724305},&quot;rotate&quot;:-0.32201093002389514,&quot;skewX&quot;:-4.8238445075498135e-17,&quot;scale&quot;:{&quot;x&quot;:0.023704374006009766,&quot;y&quot;:0.023704374006009745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2&quot;}},&quot;906ea4b0-69b3-4858-84ba-26aa06da8a02&quot;:{&quot;type&quot;:&quot;FIGURE_OBJECT&quot;,&quot;id&quot;:&quot;906ea4b0-69b3-4858-84ba-26aa06da8a02&quot;,&quot;name&quot;:&quot;Generic protein (ball)&quot;,&quot;relativeTransform&quot;:{&quot;translate&quot;:{&quot;x&quot;:93.54265597045219,&quot;y&quot;:169.9455580029595},&quot;rotate&quot;:0.22664300901330653,&quot;skewX&quot;:0,&quot;scale&quot;:{&quot;x&quot;:0.023704374006009752,&quot;y&quot;:0.023704374006009752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5&quot;}},&quot;7409a885-318a-4ea9-8ede-3d88f94b75e3&quot;:{&quot;type&quot;:&quot;FIGURE_OBJECT&quot;,&quot;id&quot;:&quot;7409a885-318a-4ea9-8ede-3d88f94b75e3&quot;,&quot;name&quot;:&quot;Generic protein (ball)&quot;,&quot;relativeTransform&quot;:{&quot;translate&quot;:{&quot;x&quot;:106.21038961443645,&quot;y&quot;:139.5782632587548},&quot;rotate&quot;:0.1621463420024194,&quot;skewX&quot;:-5.830795720966303e-17,&quot;scale&quot;:{&quot;x&quot;:0.018672043884632047,&quot;y&quot;:0.01867204388463205}},&quot;opacity&quot;:0.6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6&quot;}},&quot;b5b99e43-898d-4118-a7f0-99e4be74ad0e&quot;:{&quot;type&quot;:&quot;FIGURE_OBJECT&quot;,&quot;id&quot;:&quot;b5b99e43-898d-4118-a7f0-99e4be74ad0e&quot;,&quot;name&quot;:&quot;Generic protein (with groove 3)&quot;,&quot;relativeTransform&quot;:{&quot;translate&quot;:{&quot;x&quot;:109.9337694454496,&quot;y&quot;:154.872646464416},&quot;rotate&quot;:0.5268397787691186,&quot;skewX&quot;:0,&quot;scale&quot;:{&quot;x&quot;:0.035130396142722224,&quot;y&quot;:0.03513039614272225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7&quot;}},&quot;7ab44097-162a-464c-a1b2-ee60e52c9448&quot;:{&quot;type&quot;:&quot;FIGURE_OBJECT&quot;,&quot;id&quot;:&quot;7ab44097-162a-464c-a1b2-ee60e52c9448&quot;,&quot;name&quot;:&quot;Generic protein (with groove 3)&quot;,&quot;relativeTransform&quot;:{&quot;translate&quot;:{&quot;x&quot;:86.25676926879639,&quot;y&quot;:133.67557762633828},&quot;rotate&quot;:-0.3073509242645662,&quot;skewX&quot;:8.992797519250369e-16,&quot;scale&quot;:{&quot;x&quot;:0.03384305281731009,&quot;y&quot;:0.03384305281731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&quot;}},&quot;3243bfc1-235b-4289-85d9-132e9e130c5b&quot;:{&quot;type&quot;:&quot;FIGURE_OBJECT&quot;,&quot;id&quot;:&quot;3243bfc1-235b-4289-85d9-132e9e130c5b&quot;,&quot;relativeTransform&quot;:{&quot;translate&quot;:{&quot;x&quot;:204.21753244203575,&quot;y&quot;:188.91435489004633},&quot;rotate&quot;:0,&quot;skewX&quot;:0,&quot;scale&quot;:{&quot;x&quot;:1,&quot;y&quot;:1}},&quot;opacity&quot;:1,&quot;path&quot;:{&quot;type&quot;:&quot;POLY_LINE&quot;,&quot;points&quot;:[{&quot;x&quot;:-61.89457160098641,&quot;y&quot;:0},{&quot;x&quot;:39.89457160098641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71&quot;},&quot;connectorInfo&quot;:{&quot;connectedObjects&quot;:[],&quot;type&quot;:&quot;LINE&quot;,&quot;offset&quot;:{&quot;x&quot;:0,&quot;y&quot;:0},&quot;bending&quot;:0.1,&quot;firstElementIsHead&quot;:true,&quot;customized&quot;:false}},&quot;cca0fc33-8497-44a0-bc66-5308e1156de5&quot;:{&quot;id&quot;:&quot;cca0fc33-8497-44a0-bc66-5308e1156de5&quot;,&quot;type&quot;:&quot;FIGURE_OBJECT&quot;,&quot;relativeTransform&quot;:{&quot;translate&quot;:{&quot;x&quot;:366.70149922923804,&quot;y&quot;:259.229341140320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7],&quot;style&quot;:{&quot;fontWeight&quot;:&quot;bold&quot;,&quot;fontStyle&quot;:&quot;normal&quot;,&quot;fontSize&quot;:17.333333333333332,&quot;fontFamily&quot;:&quot;Roboto&quot;,&quot;color&quot;:&quot;rgba(49,126,194,1)&quot;,&quot;decoration&quot;:&quot;none&quot;}}],&quot;text&quot;:&quot;LC-MS-MS&quot;,&quot;baseStyle&quot;:{&quot;fontFamily&quot;:&quot;Roboto&quot;,&quot;fontSize&quot;:17.333333333333332,&quot;color&quot;:&quot;rgba(49,126,194,1)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95.21733879419322,&quot;y&quot;:25.458158576900896},&quot;targetSize&quot;:{&quot;x&quot;:95.21733879419322,&quot;y&quot;:25.458158576900896}},&quot;parent&quot;:{&quot;type&quot;:&quot;CHILD&quot;,&quot;parentId&quot;:&quot;b2c6bbb4-888a-4f48-9c93-09180d365912&quot;,&quot;order&quot;:&quot;72&quot;}},&quot;73b07518-9b1a-4c09-80b8-ef1574569e7b&quot;:{&quot;id&quot;:&quot;73b07518-9b1a-4c09-80b8-ef1574569e7b&quot;,&quot;type&quot;:&quot;FIGURE_OBJECT&quot;,&quot;relativeTransform&quot;:{&quot;translate&quot;:{&quot;x&quot;:333.2578621912045,&quot;y&quot;:305.324007480429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Weight&quot;:&quot;bold&quot;,&quot;fontStyle&quot;:&quot;normal&quot;,&quot;fontSize&quot;:16,&quot;fontFamily&quot;:&quot;Roboto&quot;,&quot;color&quot;:&quot;black&quot;,&quot;decoration&quot;:&quot;none&quot;},&quot;range&quot;:[0,53]}],&quot;text&quot;:&quot;Mass spectrometry detection for the proteomic analysis&quot;}],&quot;_lastCaretLocation&quot;:{&quot;lineIndex&quot;:0,&quot;runIndex&quot;:0,&quot;charIndex&quot;:1}},&quot;format&quot;:&quot;BETTER_TEXT&quot;,&quot;size&quot;:{&quot;x&quot;:220.484375,&quot;y&quot;:46},&quot;targetSize&quot;:{&quot;x&quot;:220.484375,&quot;y&quot;:46}},&quot;parent&quot;:{&quot;type&quot;:&quot;CHILD&quot;,&quot;parentId&quot;:&quot;b2c6bbb4-888a-4f48-9c93-09180d365912&quot;,&quot;order&quot;:&quot;75&quot;}},&quot;d82cc8c2-1a6a-4a00-9941-bb9cafd88676&quot;:{&quot;relativeTransform&quot;:{&quot;translate&quot;:{&quot;x&quot;:365.5123464812798,&quot;y&quot;:119.914763477888},&quot;rotate&quot;:0,&quot;skewX&quot;:0,&quot;scale&quot;:{&quot;x&quot;:1,&quot;y&quot;:1}},&quot;type&quot;:&quot;FIGURE_OBJECT&quot;,&quot;id&quot;:&quot;d82cc8c2-1a6a-4a00-9941-bb9cafd88676&quot;,&quot;name&quot;:&quot;Liquid chromatography–mass spectrometry (LC-MS/MS)&quot;,&quot;displayName&quot;:&quot;Liquid chromatography–mass spectrometry &quot;,&quot;opacity&quot;:1,&quot;source&quot;:{&quot;id&quot;:&quot;5f80edbcc39eba009f457f23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6&quot;},&quot;isPremium&quot;:true},&quot;2a9aa3b1-5d96-45cd-9386-824193e691b7&quot;:{&quot;type&quot;:&quot;FIGURE_OBJECT&quot;,&quot;id&quot;:&quot;2a9aa3b1-5d96-45cd-9386-824193e691b7&quot;,&quot;name&quot;:&quot;Mass spectrometer orbitrap fusion tribrid&quot;,&quot;relativeTransform&quot;:{&quot;translate&quot;:{&quot;x&quot;:5.815336705512207,&quot;y&quot;:85.14803107037358},&quot;rotate&quot;:0,&quot;skewX&quot;:0,&quot;scale&quot;:{&quot;x&quot;:0.246585299190061,&quot;y&quot;:0.246585299190061}},&quot;opacity&quot;:1,&quot;image&quot;:{&quot;url&quot;:&quot;https://icons.biorender.com/biorender/5d5b05b2fb0c9700047f8817/20190819204117/image/mass_spectrometer_orbitrap_fusion_tribrid.png&quot;,&quot;size&quot;:{&quot;x&quot;:371,&quot;y&quot;:261},&quot;isPremium&quot;:false},&quot;source&quot;:{&quot;id&quot;:&quot;5d5b05b2fb0c9700047f8817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05&quot;}},&quot;01fa1001-4085-4fbc-b161-048bfe6c9ba8&quot;:{&quot;type&quot;:&quot;FIGURE_OBJECT&quot;,&quot;id&quot;:&quot;01fa1001-4085-4fbc-b161-048bfe6c9ba8&quot;,&quot;relativeTransform&quot;:{&quot;translate&quot;:{&quot;x&quot;:18.2029506321727,&quot;y&quot;:4.496273472421332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1&quot;}},&quot;9244bc78-8e80-45ca-8c56-1a9c1f6d7b2c&quot;:{&quot;type&quot;:&quot;FIGURE_OBJECT&quot;,&quot;id&quot;:&quot;9244bc78-8e80-45ca-8c56-1a9c1f6d7b2c&quot;,&quot;relativeTransform&quot;:{&quot;translate&quot;:{&quot;x&quot;:-0.010056468457723552,&quot;y&quot;:50.66857904626076},&quot;rotate&quot;:3.141592653589793},&quot;opacity&quot;:0.75,&quot;path&quot;:{&quot;type&quot;:&quot;TRIANGLE&quot;,&quot;size&quot;:{&quot;x&quot;:-128.19602506924596,&quot;y&quot;:26.737366446599115},&quot;cornerRounding&quot;:{&quot;type&quot;:&quot;ARC_LENGTH&quot;,&quot;global&quot;:4.114335623853572e-14}},&quot;pathStyles&quot;:[{&quot;type&quot;:&quot;FILL&quot;,&quot;fillStyle&quot;:&quot;rgba(166,195,218,1)&quot;},{&quot;type&quot;:&quot;STROKE&quot;,&quot;strokeStyle&quot;:&quot;rgba(23,23,23,1)&quot;,&quot;lineWidth&quot;:0,&quot;lineJoin&quot;:&quot;round&quot;}],&quot;isLocked&quot;:false,&quot;parent&quot;:{&quot;type&quot;:&quot;CHILD&quot;,&quot;parentId&quot;:&quot;01fa1001-4085-4fbc-b161-048bfe6c9ba8&quot;,&quot;order&quot;:&quot;2&quot;}},&quot;0f475c45-830c-493e-af1f-00c14c83e548&quot;:{&quot;type&quot;:&quot;FIGURE_OBJECT&quot;,&quot;id&quot;:&quot;0f475c45-830c-493e-af1f-00c14c83e548&quot;,&quot;relativeTransform&quot;:{&quot;translate&quot;:{&quot;x&quot;:0.01011826445654787,&quot;y&quot;:-13.356527277869619},&quot;rotate&quot;:-1.570796326794897},&quot;opacity&quot;:1,&quot;path&quot;:{&quot;type&quot;:&quot;RECT&quot;,&quot;size&quot;:{&quot;x&quot;:100.47352117205605,&quot;y&quot;:127.3079526659228},&quot;cornerRounding&quot;:{&quot;type&quot;:&quot;ARC_LENGTH&quot;,&quot;global&quot;:0}},&quot;pathStyles&quot;:[{&quot;type&quot;:&quot;FILL&quot;,&quot;fillStyle&quot;:&quot;rgba(254,254,254,1)&quot;},{&quot;type&quot;:&quot;STROKE&quot;,&quot;strokeStyle&quot;:&quot;rgba(23,23,23,1)&quot;,&quot;lineWidth&quot;:0.8879488113254971,&quot;lineJoin&quot;:&quot;round&quot;}],&quot;isLocked&quot;:false,&quot;parent&quot;:{&quot;type&quot;:&quot;CHILD&quot;,&quot;parentId&quot;:&quot;01fa1001-4085-4fbc-b161-048bfe6c9ba8&quot;,&quot;order&quot;:&quot;5&quot;}},&quot;0b6aeeb1-f9e9-484b-8aba-57ce912bbfa7&quot;:{&quot;type&quot;:&quot;FIGURE_OBJECT&quot;,&quot;id&quot;:&quot;0b6aeeb1-f9e9-484b-8aba-57ce912bbfa7&quot;,&quot;name&quot;:&quot;HPLC (1290 Infinity II)&quot;,&quot;relativeTransform&quot;:{&quot;translate&quot;:{&quot;x&quot;:-61.083499420704165,&quot;y&quot;:75.53114576337497},&quot;rotate&quot;:6.283185307179586,&quot;skewX&quot;:0,&quot;scale&quot;:{&quot;x&quot;:-0.2636959032863266,&quot;y&quot;:0.2636959032863266}},&quot;opacity&quot;:1,&quot;image&quot;:{&quot;url&quot;:&quot;https://icons.biorender.com/biorender/5d51756e7164530004924320/20190812143208/image/hplc-1290-infinity-ii.png&quot;,&quot;size&quot;:{&quot;x&quot;:161,&quot;y&quot;:319},&quot;isPremium&quot;:false},&quot;source&quot;:{&quot;id&quot;:&quot;5d51756e7164530004924320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2&quot;}},&quot;11a22e1d-5416-4fe6-ac00-87d5aae37102&quot;:{&quot;type&quot;:&quot;FIGURE_OBJECT&quot;,&quot;id&quot;:&quot;11a22e1d-5416-4fe6-ac00-87d5aae37102&quot;,&quot;relativeTransform&quot;:{&quot;translate&quot;:{&quot;x&quot;:24.437240330520364,&quot;y&quot;:-9.266914629072021},&quot;rotate&quot;:0},&quot;opacity&quot;:1,&quot;path&quot;:{&quot;type&quot;:&quot;POLY_LINE&quot;,&quot;points&quot;:[{&quot;x&quot;:-49.01023669090494,&quot;y&quot;:-30.516160495120825},{&quot;x&quot;:-49.01023669090494,&quot;y&quot;:30.516160495120722},{&quot;x&quot;:49.01023669090499,&quot;y&quot;:30.516160495120722}],&quot;closed&quot;:false},&quot;pathStyles&quot;:[{&quot;type&quot;:&quot;FILL&quot;,&quot;fillStyle&quot;:&quot;transparent&quot;},{&quot;type&quot;:&quot;STROKE&quot;,&quot;strokeStyle&quot;:&quot;#232323&quot;,&quot;lineWidth&quot;:1.3319232169882458,&quot;lineJoin&quot;:&quot;round&quot;}],&quot;isLocked&quot;:false,&quot;parent&quot;:{&quot;type&quot;:&quot;CHILD&quot;,&quot;parentId&quot;:&quot;d82cc8c2-1a6a-4a00-9941-bb9cafd88676&quot;,&quot;order&quot;:&quot;3&quot;}},&quot;2754b74c-af31-40dc-9825-e1a664bac6f9&quot;:{&quot;type&quot;:&quot;FIGURE_OBJECT&quot;,&quot;id&quot;:&quot;2754b74c-af31-40dc-9825-e1a664bac6f9&quot;,&quot;relativeTransform&quot;:{&quot;translate&quot;:{&quot;x&quot;:23.921390317633715,&quot;y&quot;:28.92978364179419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,&quot;range&quot;:[0,2]}],&quot;text&quot;:&quot;m/z&quot;,&quot;base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}],&quot;verticalAlign&quot;:&quot;TOP&quot;},&quot;size&quot;:{&quot;x&quot;:96.53303007182777,&quot;y&quot;:10.02421849713765},&quot;targetSize&quot;:{&quot;x&quot;:96.53303007182777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5&quot;}},&quot;bd84e4b0-24cc-4d7b-8701-3c2e58d0f0ad&quot;:{&quot;type&quot;:&quot;FIGURE_OBJECT&quot;,&quot;id&quot;:&quot;bd84e4b0-24cc-4d7b-8701-3c2e58d0f0ad&quot;,&quot;relativeTransform&quot;:{&quot;translate&quot;:{&quot;x&quot;:-33.995978285617504,&quot;y&quot;:-8.61084020310001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,&quot;range&quot;:[0,8]}],&quot;text&quot;:&quot;Intensity&quot;,&quot;base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}],&quot;verticalAlign&quot;:&quot;TOP&quot;},&quot;size&quot;:{&quot;x&quot;:59.693196599451745,&quot;y&quot;:10.02421849713765},&quot;targetSize&quot;:{&quot;x&quot;:59.693196599451745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6&quot;}},&quot;d6226749-3e74-487b-9bb2-7f4fb5be7b54&quot;:{&quot;type&quot;:&quot;FIGURE_OBJECT&quot;,&quot;id&quot;:&quot;d6226749-3e74-487b-9bb2-7f4fb5be7b54&quot;,&quot;relativeTransform&quot;:{&quot;translate&quot;:{&quot;x&quot;:45.85415709673177,&quot;y&quot;:-48.1364356262782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7&quot;}},&quot;513e28a0-22ce-40d8-87cb-2c5af67361ce&quot;:{&quot;type&quot;:&quot;FIGURE_OBJECT&quot;,&quot;id&quot;:&quot;513e28a0-22ce-40d8-87cb-2c5af67361ce&quot;,&quot;relativeTransform&quot;:{&quot;translate&quot;:{&quot;x&quot;:0.04745069867664589,&quot;y&quot;:-0.15576207249657034},&quot;rotate&quot;:0},&quot;opacity&quot;:1,&quot;path&quot;:{&quot;type&quot;:&quot;POLY_LINE&quot;,&quot;points&quot;:[{&quot;x&quot;:-2.32236723930898,&quot;y&quot;:68.7434766316907},{&quot;x&quot;:-1.3934203435853982,&quot;y&quot;:68.7434766316907},{&quot;x&quot;:1.5540295930501495e-13,&quot;y&quot;:-68.7434766316907},{&quot;x&quot;:1.3934203435855537,&quot;y&quot;:68.7434766316907},{&quot;x&quot;:2.32236723930898,&quot;y&quot;:68.7434766316907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1&quot;}},&quot;73b43fbb-2a84-4cf3-8401-6c5038fc6a38&quot;:{&quot;type&quot;:&quot;FIGURE_OBJECT&quot;,&quot;id&quot;:&quot;73b43fbb-2a84-4cf3-8401-6c5038fc6a38&quot;,&quot;relativeTransform&quot;:{&quot;translate&quot;:{&quot;x&quot;:4.644172162767881,&quot;y&quot;:20.92315249383493},&quot;rotate&quot;:0},&quot;opacity&quot;:1,&quot;path&quot;:{&quot;type&quot;:&quot;POLY_LINE&quot;,&quot;points&quot;:[{&quot;x&quot;:-2.3223672393088766,&quot;y&quot;:47.64853870560218},{&quot;x&quot;:-1.393420343584984,&quot;y&quot;:47.64853870560218},{&quot;x&quot;:2.5900493217502494e-13,&quot;y&quot;:-47.64853870560218},{&quot;x&quot;:1.393420343585502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2&quot;}},&quot;e6c2ef82-e26c-45d6-b49e-7db5ca2fb404&quot;:{&quot;type&quot;:&quot;FIGURE_OBJECT&quot;,&quot;id&quot;:&quot;e6c2ef82-e26c-45d6-b49e-7db5ca2fb404&quot;,&quot;relativeTransform&quot;:{&quot;translate&quot;:{&quot;x&quot;:9.240893626859323,&quot;y&quot;:41.434178149325945},&quot;rotate&quot;:0},&quot;opacity&quot;:1,&quot;path&quot;:{&quot;type&quot;:&quot;POLY_LINE&quot;,&quot;points&quot;:[{&quot;x&quot;:-2.3223672393088766,&quot;y&quot;:27.070118761700645},{&quot;x&quot;:-1.393420343585191,&quot;y&quot;:27.070118761700645},{&quot;x&quot;:5.1800986435004986e-14,&quot;y&quot;:-27.070118761700645},{&quot;x&quot;:1.393420343584984,&quot;y&quot;:27.070118761700645},{&quot;x&quot;:2.3223672393088766,&quot;y&quot;:27.07011876170064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3&quot;}},&quot;7cff04da-ebf9-451f-8374-51fad69ed79e&quot;:{&quot;type&quot;:&quot;FIGURE_OBJECT&quot;,&quot;id&quot;:&quot;7cff04da-ebf9-451f-8374-51fad69ed79e&quot;,&quot;relativeTransform&quot;:{&quot;translate&quot;:{&quot;x&quot;:-4.520352065809909,&quot;y&quot;:21.00398553392906},&quot;rotate&quot;:0},&quot;opacity&quot;:1,&quot;path&quot;:{&quot;type&quot;:&quot;POLY_LINE&quot;,&quot;points&quot;:[{&quot;x&quot;:-2.3223672393088766,&quot;y&quot;:47.64853870560218},{&quot;x&quot;:-1.3934203435853982,&quot;y&quot;:47.64853870560218},{&quot;x&quot;:-1.5540295930501495e-13,&quot;y&quot;:-47.64853870560218},{&quot;x&quot;:1.393420343585191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5&quot;}},&quot;7ffce1cf-3f8c-43d6-a3bc-da73814d7ca4&quot;:{&quot;type&quot;:&quot;FIGURE_OBJECT&quot;,&quot;id&quot;:&quot;7ffce1cf-3f8c-43d6-a3bc-da73814d7ca4&quot;,&quot;relativeTransform&quot;:{&quot;translate&quot;:{&quot;x&quot;:-9.000844277047948,&quot;y&quot;:41.699232361348514},&quot;rotate&quot;:0},&quot;opacity&quot;:1,&quot;path&quot;:{&quot;type&quot;:&quot;POLY_LINE&quot;,&quot;points&quot;:[{&quot;x&quot;:-2.3223672393088766,&quot;y&quot;:27.07011876170085},{&quot;x&quot;:-1.3934203435855537,&quot;y&quot;:27.07011876170085},{&quot;x&quot;:1.5540295930501495e-13,&quot;y&quot;:-27.07011876170085},{&quot;x&quot;:1.3934203435853982,&quot;y&quot;:27.07011876170085},{&quot;x&quot;:2.3223672393088766,&quot;y&quot;:27.070118761700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6&quot;}},&quot;d7a35815-c12c-4b40-ab14-9b7bbc1cce8f&quot;:{&quot;type&quot;:&quot;FIGURE_OBJECT&quot;,&quot;id&quot;:&quot;d7a35815-c12c-4b40-ab14-9b7bbc1cce8f&quot;,&quot;relativeTransform&quot;:{&quot;translate&quot;:{&quot;x&quot;:13.46687713848401,&quot;y&quot;:54.55374335416616},&quot;rotate&quot;:0},&quot;opacity&quot;:1,&quot;path&quot;:{&quot;type&quot;:&quot;POLY_LINE&quot;,&quot;points&quot;:[{&quot;x&quot;:-2.145111617298679,&quot;y&quot;:13.899455414118046},{&quot;x&quot;:-1.2870669703788136,&quot;y&quot;:13.899455414118046},{&quot;x&quot;:-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7&quot;}},&quot;4083dcc0-17fd-4e97-a5d9-2044305d68ce&quot;:{&quot;type&quot;:&quot;FIGURE_OBJECT&quot;,&quot;id&quot;:&quot;4083dcc0-17fd-4e97-a5d9-2044305d68ce&quot;,&quot;relativeTransform&quot;:{&quot;translate&quot;:{&quot;x&quot;:-13.46687713848401,&quot;y&quot;:54.999783290069225},&quot;rotate&quot;:0},&quot;opacity&quot;:1,&quot;path&quot;:{&quot;type&quot;:&quot;POLY_LINE&quot;,&quot;points&quot;:[{&quot;x&quot;:-2.145111617298679,&quot;y&quot;:13.899455414118046},{&quot;x&quot;:-1.2870669703790725,&quot;y&quot;:13.899455414118046},{&quot;x&quot;: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8&quot;}},&quot;b4ca9fa3-f592-4cff-8b56-31e8a343b110&quot;:{&quot;type&quot;:&quot;FIGURE_OBJECT&quot;,&quot;id&quot;:&quot;b4ca9fa3-f592-4cff-8b56-31e8a343b110&quot;,&quot;relativeTransform&quot;:{&quot;translate&quot;:{&quot;x&quot;:-5.85505368735455,&quot;y&quot;:-12.31038977947658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8&quot;}},&quot;dad50d5e-a6f6-4e71-91b5-b57f849d8835&quot;:{&quot;type&quot;:&quot;FIGURE_OBJECT&quot;,&quot;id&quot;:&quot;dad50d5e-a6f6-4e71-91b5-b57f849d8835&quot;,&quot;relativeTransform&quot;:{&quot;translate&quot;:{&quot;x&quot;:-2.50430896339619,&quot;y&quot;:-0.04168327615899479},&quot;rotate&quot;:0},&quot;opacity&quot;:1,&quot;path&quot;:{&quot;type&quot;:&quot;POLY_LINE&quot;,&quot;points&quot;:[{&quot;x&quot;:-2.514646573395518,&quot;y&quot;:32.48537137476488},{&quot;x&quot;:-1.5087879440370624,&quot;y&quot;:32.48537137476488},{&quot;x&quot;:6.216118372200598e-13,&quot;y&quot;:-32.48537137476488},{&quot;x&quot;:1.5087879440375285,&quot;y&quot;:32.48537137476488},{&quot;x&quot;:2.514646573395518,&quot;y&quot;:32.4853713747648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1&quot;}},&quot;375dc426-5214-43f5-ba96-2190213f53c8&quot;:{&quot;type&quot;:&quot;FIGURE_OBJECT&quot;,&quot;id&quot;:&quot;375dc426-5214-43f5-ba96-2190213f53c8&quot;,&quot;relativeTransform&quot;:{&quot;translate&quot;:{&quot;x&quot;:2.4729959532757686,&quot;y&quot;:15.26223839046774},&quot;rotate&quot;:0},&quot;opacity&quot;:1,&quot;path&quot;:{&quot;type&quot;:&quot;POLY_LINE&quot;,&quot;points&quot;:[{&quot;x&quot;:-2.514646573395311,&quot;y&quot;:17.164911730575902},{&quot;x&quot;:-1.508787944036907,&quot;y&quot;:17.164911730575902},{&quot;x&quot;:0,&quot;y&quot;:-17.164911730575902},{&quot;x&quot;:1.5087879440365444,&quot;y&quot;:17.164911730575902},{&quot;x&quot;:2.514646573395311,&quot;y&quot;:17.164911730575902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2&quot;}},&quot;2a9b5dc9-6023-4584-92e9-9ed5d3e65ba9&quot;:{&quot;type&quot;:&quot;FIGURE_OBJECT&quot;,&quot;id&quot;:&quot;2a9b5dc9-6023-4584-92e9-9ed5d3e65ba9&quot;,&quot;relativeTransform&quot;:{&quot;translate&quot;:{&quot;x&quot;:7.450300869947753,&quot;y&quot;:26.347277597966617},&quot;rotate&quot;:0},&quot;opacity&quot;:1,&quot;path&quot;:{&quot;type&quot;:&quot;POLY_LINE&quot;,&quot;points&quot;:[{&quot;x&quot;:-2.5146465733954924,&quot;y&quot;:6.1052797729931685},{&quot;x&quot;:-1.5087879440370882,&quot;y&quot;:6.1052797729931685},{&quot;x&quot;:0.3720796661675718,&quot;y&quot;:-6.1052797729931685},{&quot;x&quot;:1.5087879440366738,&quot;y&quot;:6.1052797729931685},{&quot;x&quot;:2.5146465733954924,&quot;y&quot;:6.10527977299316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5&quot;}},&quot;1b5f1dda-ef9c-4941-bc88-15822f9ef490&quot;:{&quot;type&quot;:&quot;FIGURE_OBJECT&quot;,&quot;id&quot;:&quot;1b5f1dda-ef9c-4941-bc88-15822f9ef490&quot;,&quot;relativeTransform&quot;:{&quot;translate&quot;:{&quot;x&quot;:-7.450300869947753,&quot;y&quot;:11.641677558943078},&quot;rotate&quot;:0},&quot;opacity&quot;:1,&quot;path&quot;:{&quot;type&quot;:&quot;POLY_LINE&quot;,&quot;points&quot;:[{&quot;x&quot;:-2.5146465733954924,&quot;y&quot;:20.885377091980793},{&quot;x&quot;:-1.5087879440366738,&quot;y&quot;:20.885377091980793},{&quot;x&quot;:1.8130345252251746e-13,&quot;y&quot;:-20.885377091980793},{&quot;x&quot;:1.5087879440370882,&quot;y&quot;:20.885377091980793},{&quot;x&quot;:2.5146465733954924,&quot;y&quot;:20.885377091980793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7&quot;}},&quot;50542470-ab2e-49a4-abe6-d58d56e3d1b5&quot;:{&quot;relativeTransform&quot;:{&quot;translate&quot;:{&quot;x&quot;:258.3403485269928,&quot;y&quot;:-122.30841865557491},&quot;rotate&quot;:0,&quot;skewX&quot;:0,&quot;scale&quot;:{&quot;x&quot;:1,&quot;y&quot;:1}},&quot;type&quot;:&quot;FIGURE_OBJECT&quot;,&quot;id&quot;:&quot;50542470-ab2e-49a4-abe6-d58d56e3d1b5&quot;,&quot;parent&quot;:{&quot;type&quot;:&quot;CHILD&quot;,&quot;parentId&quot;:&quot;b2c6bbb4-888a-4f48-9c93-09180d365912&quot;,&quot;order&quot;:&quot;77&quot;},&quot;name&quot;:&quot;Sequencer (Illumina NextSeq 500) with DNA sequencing stream&quot;,&quot;displayName&quot;:&quot;Sequencer (Illumina NextSeq 500) with DNA sequencing stream&quot;,&quot;source&quot;:{&quot;id&quot;:&quot;62d1be7f10aad9da4c2c4ca3&quot;,&quot;type&quot;:&quot;ASSETS&quot;},&quot;isPremium&quot;:true},&quot;8186b202-8cbc-4e59-8f71-9673017bb8d0&quot;:{&quot;id&quot;:&quot;8186b202-8cbc-4e59-8f71-9673017bb8d0&quot;,&quot;name&quot;:&quot;DNA sequencing stream&quot;,&quot;displayName&quot;:&quot;&quot;,&quot;type&quot;:&quot;FIGURE_OBJECT&quot;,&quot;relativeTransform&quot;:{&quot;translate&quot;:{&quot;x&quot;:106.15965147300722,&quot;y&quot;:15.247826758924116},&quot;rotate&quot;:0,&quot;skewX&quot;:0,&quot;scale&quot;:{&quot;x&quot;:0.6133333333333333,&quot;y&quot;:0.6633333333333333}},&quot;image&quot;:{&quot;url&quot;:&quot;https://icons.biorender.com/biorender/62d1bdfa19645e0028e73845/dna-sequencing-stream.png&quot;,&quot;isPremium&quot;:false,&quot;size&quot;:{&quot;x&quot;:300,&quot;y&quot;:109.09090909090908}},&quot;source&quot;:{&quot;id&quot;:&quot;62d1ac3919645e0028e737ac&quot;,&quot;type&quot;:&quot;ASSETS&quot;},&quot;isPremium&quot;:false,&quot;parent&quot;:{&quot;type&quot;:&quot;CHILD&quot;,&quot;parentId&quot;:&quot;50542470-ab2e-49a4-abe6-d58d56e3d1b5&quot;,&quot;order&quot;:&quot;5&quot;}},&quot;44cb24da-f4fd-4dd5-9322-3c526d4e9a11&quot;:{&quot;id&quot;:&quot;44cb24da-f4fd-4dd5-9322-3c526d4e9a11&quot;,&quot;name&quot;:&quot;Sequencer (Illumina NextSeq 500)&quot;,&quot;displayName&quot;:&quot;&quot;,&quot;type&quot;:&quot;FIGURE_OBJECT&quot;,&quot;relativeTransform&quot;:{&quot;translate&quot;:{&quot;x&quot;:95.00019447581698,&quot;y&quot;:-16.566550698111932},&quot;rotate&quot;:0,&quot;skewX&quot;:0,&quot;scale&quot;:{&quot;x&quot;:0.6133333333333333,&quot;y&quot;:0.6633333333333333}},&quot;image&quot;:{&quot;url&quot;:&quot;https://icons.biorender.com/biorender/5f35b0be8d485800287e5251/20200813213323/image/sequencer-illumina-nextseq-500.png&quot;,&quot;isPremium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50542470-ab2e-49a4-abe6-d58d56e3d1b5&quot;,&quot;order&quot;:&quot;2&quot;}},&quot;ca127943-b2ba-4807-a9d5-c6f23d74cbe1&quot;:{&quot;id&quot;:&quot;ca127943-b2ba-4807-a9d5-c6f23d74cbe1&quot;,&quot;type&quot;:&quot;FIGURE_OBJECT&quot;,&quot;relativeTransform&quot;:{&quot;translate&quot;:{&quot;x&quot;:74.45857122802737,&quot;y&quot;:240.27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6]}],&quot;text&quot;:&quot;Protein Isolation&quot;}],&quot;_lastCaretLocation&quot;:{&quot;lineIndex&quot;:0,&quot;runIndex&quot;:0,&quot;charIndex&quot;:7}},&quot;format&quot;:&quot;BETTER_TEXT&quot;,&quot;size&quot;:{&quot;x&quot;:104.44914245605469,&quot;y&quot;:37.08},&quot;targetSize&quot;:{&quot;x&quot;:104.44914245605469,&quot;y&quot;:21}},&quot;parent&quot;:{&quot;type&quot;:&quot;CHILD&quot;,&quot;parentId&quot;:&quot;b2c6bbb4-888a-4f48-9c93-09180d365912&quot;,&quot;order&quot;:&quot;8&quot;}},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6c5357de-ba33-4b65-96d6-34a02e2a5f55&quot;:{&quot;id&quot;:&quot;6c5357de-ba33-4b65-96d6-34a02e2a5f55&quot;,&quot;type&quot;:&quot;FIGURE_OBJECT&quot;,&quot;relativeTransform&quot;:{&quot;translate&quot;:{&quot;x&quot;:109.93407122802738,&quot;y&quot;:-56.792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4]}],&quot;text&quot;:&quot;m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85&quot;}},&quot;9d994b04-d568-4ad5-9ecc-b1fe7bc1a890&quot;:{&quot;id&quot;:&quot;9d994b04-d568-4ad5-9ecc-b1fe7bc1a890&quot;,&quot;type&quot;:&quot;FIGURE_OBJECT&quot;,&quot;relativeTransform&quot;:{&quot;translate&quot;:{&quot;x&quot;:77.89807122802738,&quot;y&quot;:-39.999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5]}],&quot;text&quot;:&quot;mi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&quot;}},&quot;07115787-be71-4d5f-8dee-18db6b8b7fb0&quot;:{&quot;id&quot;:&quot;07115787-be71-4d5f-8dee-18db6b8b7fb0&quot;,&quot;type&quot;:&quot;FIGURE_OBJECT&quot;,&quot;relativeTransform&quot;:{&quot;translate&quot;:{&quot;x&quot;:125.58807122802737,&quot;y&quot;:-30.76299999999999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6]}],&quot;text&quot;:&quot;IncRNAs&quot;}],&quot;_lastCaretLocation&quot;:{&quot;lineIndex&quot;:0,&quot;runIndex&quot;:0,&quot;charIndex&quot;:3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2&quot;}},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4acafc5-0ed7-4650-91d8-a3b0d59017e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07293d49-cb42-44ca-974f-067a3bf1912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03b1325-3f84-40fc-b7a1-abd4687195e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f4f793a6-61a0-418a-a131-1b8b01f6586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f85da77-dabd-491c-b48b-379d8a4a455e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eb08b3bb-5964-484e-8e0f-1e61fc535ed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08e70ab-2f02-47a6-a1f8-6d626084dd48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1a95c0b-b5bc-42a1-b110-17a1618aac70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b3bf4eb7-f479-4629-ab14-e8a89cd859fe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afa6cae4-259a-4408-af07-08ba586becc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5c33f15a-261f-4d62-9010-fdbf3a304f96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f465f6a9-de07-45e8-bd5c-446886588b23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b74e216-5ba7-46cf-a288-bbbf0bea4c1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adeb27bd-ef1a-406b-bd3d-b6227f3291a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fc5af53-2cd0-49b6-9b2a-ec7a6a93c18d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66aa3e1b-9474-45c3-b2c8-37dc55c9e33a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cec6b0d629a499caa1820e"/>
  <p:tag name="SLIDEID" val="b2c6bbb4-888a-4f48-9c93-09180d365912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7cdd8625-ca91-475f-8bd7-ba28120e48f7&quot;:{&quot;id&quot;:&quot;7cdd8625-ca91-475f-8bd7-ba28120e48f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2c6bbb4-888a-4f48-9c93-09180d365912&quot;,&quot;order&quot;:&quot;5&quot;}},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8b4c0c9f-8f90-43e1-92e8-ffb84b128d97&quot;:{&quot;id&quot;:&quot;8b4c0c9f-8f90-43e1-92e8-ffb84b128d97&quot;,&quot;type&quot;:&quot;FIGURE_OBJECT&quot;,&quot;relativeTransform&quot;:{&quot;translate&quot;:{&quot;x&quot;:-337.5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0]}],&quot;text&quot;:&quot;DMD Patient&quot;},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8]}],&quot;text&quot;:&quot;Blood/Urine Sample &quot;}],&quot;_lastCaretLocation&quot;:{&quot;lineIndex&quot;:1,&quot;runIndex&quot;:0,&quot;charIndex&quot;:11}},&quot;format&quot;:&quot;BETTER_TEXT&quot;,&quot;size&quot;:{&quot;x&quot;:179.00000000000003,&quot;y&quot;:46.599999999999994},&quot;targetSize&quot;:{&quot;x&quot;:179.00000000000003,&quot;y&quot;:46.599999999999994}},&quot;parent&quot;:{&quot;type&quot;:&quot;CHILD&quot;,&quot;parentId&quot;:&quot;b2c6bbb4-888a-4f48-9c93-09180d365912&quot;,&quot;order&quot;:&quot;02&quot;}},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3ec3c929-ff65-4edf-b54d-7b130228d388&quot;:{&quot;id&quot;:&quot;3ec3c929-ff65-4edf-b54d-7b130228d388&quot;,&quot;type&quot;:&quot;FIGURE_OBJECT&quot;,&quot;relativeTransform&quot;:{&quot;translate&quot;:{&quot;x&quot;:-113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4]}],&quot;text&quot;:&quot;Plasma exosomes Isolation&quot;}],&quot;_lastCaretLocation&quot;:{&quot;lineIndex&quot;:0,&quot;runIndex&quot;:0,&quot;charIndex&quot;:6}},&quot;format&quot;:&quot;BETTER_TEXT&quot;,&quot;size&quot;:{&quot;x&quot;:202,&quot;y&quot;:46.599999999999994},&quot;targetSize&quot;:{&quot;x&quot;:202,&quot;y&quot;:46.599999999999994}},&quot;parent&quot;:{&quot;type&quot;:&quot;CHILD&quot;,&quot;parentId&quot;:&quot;b2c6bbb4-888a-4f48-9c93-09180d365912&quot;,&quot;order&quot;:&quot;05&quot;}},&quot;e0dbec9c-56c7-427e-a931-ece8d86e09e3&quot;:{&quot;type&quot;:&quot;FIGURE_OBJECT&quot;,&quot;id&quot;:&quot;e0dbec9c-56c7-427e-a931-ece8d86e09e3&quot;,&quot;relativeTransform&quot;:{&quot;translate&quot;:{&quot;x&quot;:85.97899999999998,&quot;y&quot;:-243.5},&quot;rotate&quot;:0,&quot;skewX&quot;:0,&quot;scale&quot;:{&quot;x&quot;:1,&quot;y&quot;:1}},&quot;opacity&quot;:1,&quot;path&quot;:{&quot;type&quot;:&quot;ARROW&quot;,&quot;size&quot;:{&quot;x&quot;:215.95799999999997,&quot;y&quot;:68},&quot;tipOffsetLeft&quot;:35,&quot;wingsOffsetRight&quot;:35},&quot;isLocked&quot;:false,&quot;pathStyles&quot;:[{&quot;type&quot;:&quot;FILL&quot;,&quot;fillStyle&quot;:&quot;rgba(63, 120, 193, 1)&quot;},{&quot;type&quot;:&quot;STROKE&quot;,&quot;strokeStyle&quot;:&quot;rgba(19,54,122,1)&quot;,&quot;lineWidth&quot;:2,&quot;lineJoin&quot;:&quot;round&quot;}],&quot;parent&quot;:{&quot;type&quot;:&quot;CHILD&quot;,&quot;parentId&quot;:&quot;b2c6bbb4-888a-4f48-9c93-09180d365912&quot;,&quot;order&quot;:&quot;06&quot;}},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195f7d1c-4fa4-4d23-89c1-659cfb739b55&quot;:{&quot;relativeTransform&quot;:{&quot;translate&quot;:{&quot;x&quot;:729.3279502576844,&quot;y&quot;:846.3322583804352},&quot;rotate&quot;:0,&quot;skewX&quot;:0,&quot;scale&quot;:{&quot;x&quot;:1,&quot;y&quot;:1}},&quot;type&quot;:&quot;FIGURE_OBJECT&quot;,&quot;id&quot;:&quot;195f7d1c-4fa4-4d23-89c1-659cfb739b55&quot;,&quot;parent&quot;:{&quot;type&quot;:&quot;CHILD&quot;,&quot;parentId&quot;:&quot;b2c6bbb4-888a-4f48-9c93-09180d365912&quot;,&quot;order&quot;:&quot;25&quot;},&quot;name&quot;:&quot;RNA extraction&quot;,&quot;displayName&quot;:&quot;RNA extraction&quot;,&quot;source&quot;:{&quot;id&quot;:&quot;60902039f8361e00a7c38ef3&quot;,&quot;type&quot;:&quot;ASSETS&quot;},&quot;isPremium&quot;:true},&quot;35b2fd26-128e-4ecc-905b-4a9ed5ae99b4&quot;:{&quot;type&quot;:&quot;FIGURE_OBJECT&quot;,&quot;id&quot;:&quot;35b2fd26-128e-4ecc-905b-4a9ed5ae99b4&quot;,&quot;name&quot;:&quot;Eppendorf tube (1/3 liquid, closed)&quot;,&quot;relativeTransform&quot;:{&quot;translate&quot;:{&quot;x&quot;:-707.8521117829374,&quot;y&quot;:-940.0329850989116},&quot;rotate&quot;:0,&quot;skewX&quot;:0,&quot;scale&quot;:{&quot;x&quot;:0.19618586503137672,&quot;y&quot;:0.19618586503137675}},&quot;opacity&quot;:1,&quot;image&quot;:{&quot;url&quot;:&quot;https://icons.biorender.com/biorender/5e41d9c2e250000028d2f72e/eppendorf-tube-1-3-closed.png&quot;,&quot;size&quot;:{&quot;x&quot;:162,&quot;y&quot;:352},&quot;isPremium&quot;:false,&quot;isPacked&quot;:true},&quot;source&quot;:{&quot;id&quot;:&quot;5e41d978e250000028d2f71e&quot;,&quot;type&quot;:&quot;ASSETS&quot;},&quot;pathStyles&quot;:[{&quot;type&quot;:&quot;FILL&quot;,&quot;fillStyle&quot;:&quot;rgb(0,0,0)&quot;}],&quot;isLocked&quot;:false,&quot;parent&quot;:{&quot;type&quot;:&quot;CHILD&quot;,&quot;parentId&quot;:&quot;195f7d1c-4fa4-4d23-89c1-659cfb739b55&quot;,&quot;order&quot;:&quot;05&quot;}},&quot;4a131f83-d625-4fe9-a11c-d9f1507d0c60&quot;:{&quot;type&quot;:&quot;FIGURE_OBJECT&quot;,&quot;id&quot;:&quot;4a131f83-d625-4fe9-a11c-d9f1507d0c60&quot;,&quot;relativeTransform&quot;:{&quot;translate&quot;:{&quot;x&quot;:-705.9118296137366,&quot;y&quot;:-952.6029499725403},&quot;rotate&quot;:0},&quot;opacity&quot;:0.75,&quot;path&quot;:{&quot;type&quot;:&quot;RECT&quot;,&quot;size&quot;:{&quot;x&quot;:12.27029815913519,&quot;y&quot;:25.12787481979796},&quot;cornerRounding&quot;:{&quot;type&quot;:&quot;ARC_LENGTH&quot;,&quot;global&quot;:0}},&quot;pathStyles&quot;:[{&quot;type&quot;:&quot;FILL&quot;,&quot;fillStyle&quot;:&quot;rgba(220, 226, 226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1&quot;}},&quot;908a76dd-9d35-46f4-8ebb-2d9dc83099fe&quot;:{&quot;type&quot;:&quot;FIGURE_OBJECT&quot;,&quot;id&quot;:&quot;908a76dd-9d35-46f4-8ebb-2d9dc83099fe&quot;,&quot;relativeTransform&quot;:{&quot;translate&quot;:{&quot;x&quot;:-705.9396297794893,&quot;y&quot;:-939.0903319063274},&quot;rotate&quot;:0},&quot;opacity&quot;:0.75,&quot;path&quot;:{&quot;type&quot;:&quot;RECT&quot;,&quot;size&quot;:{&quot;x&quot;:8.051623006150168,&quot;y&quot;:2.578465373570749},&quot;cornerRounding&quot;:{&quot;type&quot;:&quot;ARC_LENGTH&quot;,&quot;global&quot;:0}},&quot;pathStyles&quot;:[{&quot;type&quot;:&quot;FILL&quot;,&quot;fillStyle&quot;:&quot;rgba(203, 209, 209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&quot;}},&quot;80111e7a-2b64-4bc4-bc5e-08e157021113&quot;:{&quot;type&quot;:&quot;FIGURE_OBJECT&quot;,&quot;id&quot;:&quot;80111e7a-2b64-4bc4-bc5e-08e157021113&quot;,&quot;relativeTransform&quot;:{&quot;translate&quot;:{&quot;x&quot;:-705.9535298623658,&quot;y&quot;:-966.2510938467976},&quot;rotate&quot;:0},&quot;opacity&quot;:0.75,&quot;path&quot;:{&quot;type&quot;:&quot;RECT&quot;,&quot;size&quot;:{&quot;x&quot;:16.634924182322333,&quot;y&quot;:2.578465373570749},&quot;cornerRounding&quot;:{&quot;type&quot;:&quot;ARC_LENGTH&quot;,&quot;global&quot;:0}},&quot;pathStyles&quot;:[{&quot;type&quot;:&quot;FILL&quot;,&quot;fillStyle&quot;:&quot;rgba(197,201,201,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5&quot;}},&quot;9b68c513-692e-475c-a5cd-23b45c6a3d89&quot;:{&quot;type&quot;:&quot;FIGURE_OBJECT&quot;,&quot;id&quot;:&quot;9b68c513-692e-475c-a5cd-23b45c6a3d89&quot;,&quot;relativeTransform&quot;:{&quot;translate&quot;:{&quot;x&quot;:-705.7669688020839,&quot;y&quot;:-941.7021495882531},&quot;rotate&quot;:0},&quot;opacity&quot;:1,&quot;path&quot;:{&quot;type&quot;:&quot;RECT&quot;,&quot;size&quot;:{&quot;x&quot;:10.466762405923308,&quot;y&quot;:1.7722605667400027},&quot;cornerRounding&quot;:{&quot;type&quot;:&quot;ARC_LENGTH&quot;,&quot;global&quot;:0}},&quot;pathStyles&quot;:[{&quot;type&quot;:&quot;FILL&quot;,&quot;fillStyle&quot;:&quot;rgba(41,55,124,1)&quot;},{&quot;type&quot;:&quot;STROKE&quot;,&quot;strokeStyle&quot;:&quot;transparent&quot;,&quot;lineWidth&quot;:0,&quot;lineJoin&quot;:&quot;round&quot;,&quot;dashArray&quot;:[0,0]}],&quot;isLocked&quot;:false,&quot;parent&quot;:{&quot;type&quot;:&quot;CHILD&quot;,&quot;parentId&quot;:&quot;195f7d1c-4fa4-4d23-89c1-659cfb739b55&quot;,&quot;order&quot;:&quot;3&quot;}},&quot;af32cd2f-7d83-4819-bfe3-f3b173a63a55&quot;:{&quot;type&quot;:&quot;FIGURE_OBJECT&quot;,&quot;id&quot;:&quot;af32cd2f-7d83-4819-bfe3-f3b173a63a55&quot;,&quot;name&quot;:&quot;dsDNA brush 2 (wavy) &quot;,&quot;relativeTransform&quot;:{&quot;translate&quot;:{&quot;x&quot;:-640.1273142058535,&quot;y&quot;:-979.7595107267325},&quot;rotate&quot;:0},&quot;opacity&quot;:1,&quot;source&quot;:{&quot;id&quot;:&quot;5ee8e281a8cc7b00af3291a9&quot;,&quot;type&quot;:&quot;ASSETS&quot;},&quot;path&quot;:{&quot;type&quot;:&quot;POLY_LINE&quot;,&quot;points&quot;:[{&quot;x&quot;:-27.71715653047526,&quot;y&quot;:-0.7405560502243849},{&quot;x&quot;:-13.31863365750106,&quot;y&quot;:3.316140539040511},{&quot;x&quot;:12.598707513852483,&quot;y&quot;:-3.058668386947222},{&quot;x&quot;:27.71715653047526,&quot;y&quot;:-0.7405560502243849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02f691ca-21cb-4bc7-82bc-dea15dade083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&quot;},&quot;isPremium&quot;:true},&quot;d5547cff-4d46-4e64-a063-a72a116e8f93&quot;:{&quot;type&quot;:&quot;FIGURE_OBJECT&quot;,&quot;id&quot;:&quot;d5547cff-4d46-4e64-a063-a72a116e8f93&quot;,&quot;name&quot;:&quot;dsDNA brush 2 (wavy) &quot;,&quot;relativeTransform&quot;:{&quot;translate&quot;:{&quot;x&quot;:-648.131428701216,&quot;y&quot;:-959.095963449297},&quot;rotate&quot;:0},&quot;opacity&quot;:1,&quot;source&quot;:{&quot;id&quot;:&quot;5ee8e281a8cc7b00af3291a9&quot;,&quot;type&quot;:&quot;ASSETS&quot;},&quot;path&quot;:{&quot;type&quot;:&quot;POLY_LINE&quot;,&quot;points&quot;:[{&quot;x&quot;:-18.760594754774637,&quot;y&quot;:-7.464966112362346},{&quot;x&quot;:-4.413562267629486,&quot;y&quot;:6.307912716235389},{&quot;x&quot;:18.760594754774637,&quot;y&quot;:7.464966112362346}],&quot;closed&quot;:false},&quot;pathStyles&quot;:[{&quot;type&quot;:&quot;FILL&quot;,&quot;fillStyle&quot;:&quot;rgba(0,0,0,0)&quot;},{&quot;type&quot;:&quot;STROKE&quot;,&quot;strokeStyle&quot;:&quot;rgba(0,0,0,0)&quot;,&quot;lineWidth&quot;:5.759409149189665,&quot;lineJoin&quot;:&quot;round&quot;}],&quot;pathSmoothing&quot;:{&quot;type&quot;:&quot;CATMULL_SMOOTHING&quot;,&quot;smoothing&quot;:0.2},&quot;pathPattern&quot;:{&quot;type&quot;:&quot;ROW&quot;,&quot;patternId&quot;:&quot;b26746a4-35e8-4290-babb-6cf3c739eea4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5&quot;},&quot;isPremium&quot;:true},&quot;27d1ec4b-232b-428f-b4f6-6648ebd18cbc&quot;:{&quot;type&quot;:&quot;FIGURE_OBJECT&quot;,&quot;id&quot;:&quot;27d1ec4b-232b-428f-b4f6-6648ebd18cbc&quot;,&quot;name&quot;:&quot;dsDNA brush 2 (wavy) &quot;,&quot;relativeTransform&quot;:{&quot;translate&quot;:{&quot;x&quot;:-620.4362187484107,&quot;y&quot;:-951.8598962699133},&quot;rotate&quot;:0},&quot;opacity&quot;:1,&quot;source&quot;:{&quot;id&quot;:&quot;5ee8e281a8cc7b00af3291a9&quot;,&quot;type&quot;:&quot;ASSETS&quot;},&quot;path&quot;:{&quot;type&quot;:&quot;POLY_LINE&quot;,&quot;points&quot;:[{&quot;x&quot;:5.324302099448735,&quot;y&quot;:-18.097047215234298},{&quot;x&quot;:5.324302099448735,&quot;y&quot;:-3.016174535872414},{&quot;x&quot;:-4.478265142136518,&quot;y&quot;:10.556610875553265},{&quot;x&quot;:-6.740396044040829,&quot;y&quot;:18.097047215234298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39a3b7a5-975b-4fcc-9afe-b1280c392ada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6&quot;},&quot;isPremium&quot;:true},&quot;83951ac2-6353-490a-a876-8376dd234a3f&quot;:{&quot;type&quot;:&quot;FIGURE_OBJECT&quot;,&quot;id&quot;:&quot;83951ac2-6353-490a-a876-8376dd234a3f&quot;,&quot;relativeTransform&quot;:{&quot;translate&quot;:{&quot;x&quot;:-674.9271441994191,&quot;y&quot;:-951.5403784255034},&quot;rotate&quot;:0},&quot;opacity&quot;:1,&quot;path&quot;:{&quot;type&quot;:&quot;POLY_LINE&quot;,&quot;points&quot;:[{&quot;x&quot;:1.0275699563444196,&quot;y&quot;:-32.29505577082412},{&quot;x&quot;:-31.561077230578032,&quot;y&quot;:27.76552740325788},{&quot;x&quot;:31.561077230578032,&quot;y&quot;:32.29505577082412}],&quot;closed&quot;:false},&quot;pathStyles&quot;:[{&quot;type&quot;:&quot;FILL&quot;,&quot;fillStyle&quot;:&quot;transparent&quot;},{&quot;type&quot;:&quot;STROKE&quot;,&quot;strokeStyle&quot;:&quot;#232323&quot;,&quot;lineWidth&quot;:0.8807742482952012,&quot;lineJoin&quot;:&quot;round&quot;,&quot;dashArray&quot;:[1.4471551325667869,1.4471551325667869]}],&quot;isLocked&quot;:false,&quot;parent&quot;:{&quot;type&quot;:&quot;CHILD&quot;,&quot;parentId&quot;:&quot;195f7d1c-4fa4-4d23-89c1-659cfb739b55&quot;,&quot;order&quot;:&quot;7&quot;}},&quot;4a0c469b-9a02-4551-9aae-39b117f5a415&quot;:{&quot;type&quot;:&quot;FIGURE_OBJECT&quot;,&quot;id&quot;:&quot;4a0c469b-9a02-4551-9aae-39b117f5a415&quot;,&quot;relativeTransform&quot;:{&quot;translate&quot;:{&quot;x&quot;:-639.5278858123617,&quot;y&quot;:-959.3802234850766},&quot;rotate&quot;:0},&quot;opacity&quot;:1,&quot;path&quot;:{&quot;type&quot;:&quot;ELLIPSE&quot;,&quot;size&quot;:{&quot;x&quot;:82.24230429494327,&quot;y&quot;:80.67779202115742}},&quot;pathStyles&quot;:[{&quot;type&quot;:&quot;FILL&quot;,&quot;fillStyle&quot;:&quot;rgba(0,0,0,0)&quot;},{&quot;type&quot;:&quot;STROKE&quot;,&quot;strokeStyle&quot;:&quot;rgba(23,23,23,1)&quot;,&quot;lineWidth&quot;:0.8807742482952012,&quot;lineJoin&quot;:&quot;round&quot;}],&quot;isLocked&quot;:false,&quot;parent&quot;:{&quot;type&quot;:&quot;CHILD&quot;,&quot;parentId&quot;:&quot;195f7d1c-4fa4-4d23-89c1-659cfb739b55&quot;,&quot;order&quot;:&quot;8&quot;}},&quot;a5ffdd3e-7e08-4c8b-8f01-3c01535e9de6&quot;:{&quot;id&quot;:&quot;a5ffdd3e-7e08-4c8b-8f01-3c01535e9de6&quot;,&quot;type&quot;:&quot;FIGURE_OBJECT&quot;,&quot;relativeTransform&quot;:{&quot;translate&quot;:{&quot;x&quot;:93.479,&quot;y&quot;:-241.94633333333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255,255,255,1)&quot;,&quot;fontWeight&quot;:&quot;bold&quot;,&quot;fontStyle&quot;:&quot;normal&quot;,&quot;decoration&quot;:&quot;none&quot;},&quot;range&quot;:[0,1]},{&quot;range&quot;:[2,24],&quot;style&quot;:{&quot;fontWeight&quot;:&quot;normal&quot;,&quot;fontStyle&quot;:&quot;normal&quot;,&quot;fontSize&quot;:18.666666666666664,&quot;fontFamily&quot;:&quot;Roboto&quot;,&quot;color&quot;:&quot;rgba(255,255,255,1)&quot;,&quot;decoration&quot;:&quot;none&quot;}}],&quot;text&quot;:&quot; Quantitate exosome cargo&quot;}],&quot;_lastCaretLocation&quot;:{&quot;lineIndex&quot;:0,&quot;runIndex&quot;:-1,&quot;charIndex&quot;:-1,&quot;endOfLine&quot;:true}},&quot;format&quot;:&quot;BETTER_TEXT&quot;,&quot;size&quot;:{&quot;x&quot;:188.95800000000003,&quot;y&quot;:43.093333333333334},&quot;targetSize&quot;:{&quot;x&quot;:188.95800000000003,&quot;y&quot;:43.093333333333334}},&quot;parent&quot;:{&quot;type&quot;:&quot;CHILD&quot;,&quot;parentId&quot;:&quot;b2c6bbb4-888a-4f48-9c93-09180d365912&quot;,&quot;order&quot;:&quot;26&quot;}},&quot;1bb76ddb-aed8-4467-b689-f4e6e68e44fa&quot;:{&quot;type&quot;:&quot;FIGURE_OBJECT&quot;,&quot;id&quot;:&quot;1bb76ddb-aed8-4467-b689-f4e6e68e44fa&quot;,&quot;relativeTransform&quot;:{&quot;translate&quot;:{&quot;x&quot;:297,&quot;y&quot;:-243.5},&quot;rotate&quot;:0,&quot;skewX&quot;:0,&quot;scale&quot;:{&quot;x&quot;:1,&quot;y&quot;:1}},&quot;opacity&quot;:1,&quot;path&quot;:{&quot;type&quot;:&quot;ARROW&quot;,&quot;size&quot;:{&quot;x&quot;:242,&quot;y&quot;:68},&quot;tipOffsetLeft&quot;:35,&quot;wingsOffsetRight&quot;:35},&quot;isLocked&quot;:false,&quot;pathStyles&quot;:[{&quot;type&quot;:&quot;FILL&quot;,&quot;fillStyle&quot;:&quot;rgba(41, 56, 111, 1)&quot;},{&quot;type&quot;:&quot;STROKE&quot;,&quot;strokeStyle&quot;:&quot;rgba(11, 16, 60, 1)&quot;,&quot;lineWidth&quot;:2,&quot;lineJoin&quot;:&quot;round&quot;}],&quot;parent&quot;:{&quot;type&quot;:&quot;CHILD&quot;,&quot;parentId&quot;:&quot;b2c6bbb4-888a-4f48-9c93-09180d365912&quot;,&quot;order&quot;:&quot;27&quot;}},&quot;d6e25d55-0ab7-44d2-9b56-aa4233f32eb0&quot;:{&quot;id&quot;:&quot;d6e25d55-0ab7-44d2-9b56-aa4233f32eb0&quot;,&quot;type&quot;:&quot;FIGURE_OBJECT&quot;,&quot;relativeTransform&quot;:{&quot;translate&quot;:{&quot;x&quot;:308,&quot;y&quot;:-243.4999999999999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7.333333333333332,&quot;color&quot;:&quot;rgba(255,255,255,1)&quot;,&quot;fontWeight&quot;:&quot;normal&quot;,&quot;fontStyle&quot;:&quot;normal&quot;,&quot;decoration&quot;:&quot;none&quot;},&quot;range&quot;:[0,35]}],&quot;text&quot;:&quot;Profiling and Computational analysis&quot;,&quot;baseStyle&quot;:{&quot;fontFamily&quot;:&quot;Roboto&quot;,&quot;fontSize&quot;:17.333333333333332,&quot;color&quot;:&quot;rgba(255,255,255,1)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92.00000000000003,&quot;y&quot;:46.19999999999999},&quot;targetSize&quot;:{&quot;x&quot;:192.00000000000003,&quot;y&quot;:46.19999999999999}},&quot;parent&quot;:{&quot;type&quot;:&quot;CHILD&quot;,&quot;parentId&quot;:&quot;b2c6bbb4-888a-4f48-9c93-09180d365912&quot;,&quot;order&quot;:&quot;3&quot;}},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76abdda8-292c-4f5a-b14e-431911bedeb6&quot;:{&quot;type&quot;:&quot;FIGURE_OBJECT&quot;,&quot;id&quot;:&quot;76abdda8-292c-4f5a-b14e-431911bedeb6&quot;,&quot;relativeTransform&quot;:{&quot;translate&quot;:{&quot;x&quot;:-52.73400000000001,&quot;y&quot;:-104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8be43160-b2f2-4b7a-9590-7e8d2ae1574e&quot;:{&quot;type&quot;:&quot;FIGURE_OBJECT&quot;,&quot;id&quot;:&quot;8be43160-b2f2-4b7a-9590-7e8d2ae1574e&quot;,&quot;relativeTransform&quot;:{&quot;translate&quot;:{&quot;x&quot;:248,&quot;y&quot;:-109.038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a357cf7b-4d42-4f6f-bb03-acd26aea7266&quot;:{&quot;id&quot;:&quot;a357cf7b-4d42-4f6f-bb03-acd26aea7266&quot;,&quot;type&quot;:&quot;FIGURE_OBJECT&quot;,&quot;relativeTransform&quot;:{&quot;translate&quot;:{&quot;x&quot;:-158.28942877197267,&quot;y&quot;:14.55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33]}],&quot;text&quot;:&quot;Ultracentrifuge exosomes isolation&quot;}],&quot;_lastCaretLocation&quot;:{&quot;lineIndex&quot;:0,&quot;runIndex&quot;:0,&quot;charIndex&quot;:24}},&quot;format&quot;:&quot;BETTER_TEXT&quot;,&quot;size&quot;:{&quot;x&quot;:147.42114245605472,&quot;y&quot;:55.16},&quot;targetSize&quot;:{&quot;x&quot;:147.42114245605472,&quot;y&quot;:55.16}},&quot;parent&quot;:{&quot;type&quot;:&quot;CHILD&quot;,&quot;parentId&quot;:&quot;b2c6bbb4-888a-4f48-9c93-09180d365912&quot;,&quot;order&quot;:&quot;42&quot;}},&quot;76f9db88-879a-403b-982d-4df878abcaa2&quot;:{&quot;id&quot;:&quot;76f9db88-879a-403b-982d-4df878abcaa2&quot;,&quot;type&quot;:&quot;FIGURE_OBJECT&quot;,&quot;relativeTransform&quot;:{&quot;translate&quot;:{&quot;x&quot;:183.58657122802737,&quot;y&quot;:-120.5379999999999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2]}],&quot;text&quot;:&quot;RNA Isolation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18}},&quot;format&quot;:&quot;BETTER_TEXT&quot;,&quot;size&quot;:{&quot;x&quot;:104.44914245605469,&quot;y&quot;:21},&quot;targetSize&quot;:{&quot;x&quot;:104.44914245605469,&quot;y&quot;:21}},&quot;parent&quot;:{&quot;type&quot;:&quot;CHILD&quot;,&quot;parentId&quot;:&quot;b2c6bbb4-888a-4f48-9c93-09180d365912&quot;,&quot;order&quot;:&quot;45&quot;}},&quot;c7c7c86d-30e6-4b20-b898-d65dfcf3fb91&quot;:{&quot;id&quot;:&quot;c7c7c86d-30e6-4b20-b898-d65dfcf3fb91&quot;,&quot;type&quot;:&quot;FIGURE_OBJECT&quot;,&quot;relativeTransform&quot;:{&quot;translate&quot;:{&quot;x&quot;:366.70102349853516,&quot;y&quot;:-56.83233333333332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7.333333333333332,&quot;color&quot;:&quot;rgba(49,126,194,1)&quot;,&quot;fontWeight&quot;:&quot;bold&quot;,&quot;fontStyle&quot;:&quot;normal&quot;,&quot;decoration&quot;:&quot;none&quot;},&quot;range&quot;:[0,13]}],&quot;text&quot;:&quot;RNA-sequencing&quot;,&quot;baseStyle&quot;:{&quot;fontFamily&quot;:&quot;Roboto&quot;,&quot;fontSize&quot;:17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141.2200469970703,&quot;y&quot;:28.093333333333337},&quot;targetSize&quot;:{&quot;x&quot;:141.2200469970703,&quot;y&quot;:28.093333333333337}},&quot;parent&quot;:{&quot;type&quot;:&quot;CHILD&quot;,&quot;parentId&quot;:&quot;b2c6bbb4-888a-4f48-9c93-09180d365912&quot;,&quot;order&quot;:&quot;5&quot;}},&quot;41565150-6561-4aa0-a079-5d8328257de5&quot;:{&quot;id&quot;:&quot;41565150-6561-4aa0-a079-5d8328257de5&quot;,&quot;type&quot;:&quot;FIGURE_OBJECT&quot;,&quot;relativeTransform&quot;:{&quot;translate&quot;:{&quot;x&quot;:358,&quot;y&quot;:-15.99988409047066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6]}],&quot;text&quot;:&quot;Identification of differentially expressed mRNA&quot;}],&quot;_lastCaretLocation&quot;:{&quot;lineIndex&quot;:0,&quot;runIndex&quot;:-1,&quot;charIndex&quot;:-1,&quot;endOfLine&quot;:true}},&quot;format&quot;:&quot;BETTER_TEXT&quot;,&quot;size&quot;:{&quot;x&quot;:171,&quot;y&quot;:62},&quot;targetSize&quot;:{&quot;x&quot;:171,&quot;y&quot;:62}},&quot;parent&quot;:{&quot;type&quot;:&quot;CHILD&quot;,&quot;parentId&quot;:&quot;b2c6bbb4-888a-4f48-9c93-09180d365912&quot;,&quot;order&quot;:&quot;51&quot;}},&quot;d37e7d63-0d25-4c00-b173-d7e17f10e8e1&quot;:{&quot;id&quot;:&quot;d37e7d63-0d25-4c00-b173-d7e17f10e8e1&quot;,&quot;type&quot;:&quot;FIGURE_OBJECT&quot;,&quot;relativeTransform&quot;:{&quot;translate&quot;:{&quot;x&quot;:-338.5004287719727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1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2&quot;}},&quot;a542e8f0-23bf-4b50-ad3f-3e8061b158b1&quot;:{&quot;id&quot;:&quot;a542e8f0-23bf-4b50-ad3f-3e8061b158b1&quot;,&quot;type&quot;:&quot;FIGURE_OBJECT&quot;,&quot;relativeTransform&quot;:{&quot;translate&quot;:{&quot;x&quot;:-125.30342877197268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2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3&quot;}},&quot;454e5572-55b5-45e6-9645-c0bf1b093e68&quot;:{&quot;id&quot;:&quot;454e5572-55b5-45e6-9645-c0bf1b093e68&quot;,&quot;type&quot;:&quot;FIGURE_OBJECT&quot;,&quot;relativeTransform&quot;:{&quot;translate&quot;:{&quot;x&quot;:87.8935712280273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3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5&quot;}},&quot;0a77d894-b472-44b0-81fb-e169a4f00b9d&quot;:{&quot;id&quot;:&quot;0a77d894-b472-44b0-81fb-e169a4f00b9d&quot;,&quot;type&quot;:&quot;FIGURE_OBJECT&quot;,&quot;relativeTransform&quot;:{&quot;translate&quot;:{&quot;x&quot;:307.999571228027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4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6&quot;}},&quot;9e05bfaf-8ed2-423e-b90e-cbd73986dc2a&quot;:{&quot;type&quot;:&quot;FIGURE_OBJECT&quot;,&quot;id&quot;:&quot;9e05bfaf-8ed2-423e-b90e-cbd73986dc2a&quot;,&quot;relativeTransform&quot;:{&quot;translate&quot;:{&quot;x&quot;:-41.929,&quot;y&quot;:68.924},&quot;rotate&quot;:0,&quot;skewX&quot;:0,&quot;scale&quot;:{&quot;x&quot;:1,&quot;y&quot;:1}},&quot;opacity&quot;:1,&quot;path&quot;:{&quot;type&quot;:&quot;POLY_LINE&quot;,&quot;points&quot;:[{&quot;x&quot;:-71,&quot;y&quot;:-100.5},{&quot;x&quot;:56,&quot;y&quot;:81.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57&quot;},&quot;connectorInfo&quot;:{&quot;connectedObjects&quot;:[],&quot;type&quot;:&quot;LINE&quot;,&quot;offset&quot;:{&quot;x&quot;:0,&quot;y&quot;:0},&quot;bending&quot;:0.1,&quot;firstElementIsHead&quot;:true,&quot;customized&quot;:false}},&quot;a9faad3a-42ac-4dc4-8cab-dbc311ecb437&quot;:{&quot;type&quot;:&quot;FIGURE_OBJECT&quot;,&quot;id&quot;:&quot;a9faad3a-42ac-4dc4-8cab-dbc311ecb437&quot;,&quot;name&quot;:&quot;Eppendorf tube (2/3 liquid, closed)&quot;,&quot;relativeTransform&quot;:{&quot;translate&quot;:{&quot;x&quot;:31.760319357616453,&quot;y&quot;:171.77012030798403},&quot;rotate&quot;:0,&quot;skewX&quot;:0,&quot;scale&quot;:{&quot;x&quot;:0.1728590943192681,&quot;y&quot;:0.1728590943192681}},&quot;opacity&quot;:1,&quot;image&quot;:{&quot;url&quot;:&quot;https://icons.biorender.com/biorender/5e41da09e250000028d2f75d/eppendorf-tube-2-3-closed.png&quot;,&quot;size&quot;:{&quot;x&quot;:162,&quot;y&quot;:352},&quot;isPremium&quot;:false},&quot;source&quot;:{&quot;id&quot;:&quot;5e41d9e1e250000028d2f747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&quot;}},&quot;544ca4f1-4d6c-4e5b-b005-006784366118&quot;:{&quot;type&quot;:&quot;FIGURE_OBJECT&quot;,&quot;id&quot;:&quot;544ca4f1-4d6c-4e5b-b005-006784366118&quot;,&quot;name&quot;:&quot;Zoomed callout (circle, line tail, long)&quot;,&quot;relativeTransform&quot;:{&quot;translate&quot;:{&quot;x&quot;:89.26333167377717,&quot;y&quot;:150.63649392476984},&quot;rotate&quot;:0.451770514803181,&quot;skewX&quot;:0,&quot;scale&quot;:{&quot;x&quot;:1,&quot;y&quot;:1}},&quot;opacity&quot;:1,&quot;source&quot;:{&quot;id&quot;:&quot;5f1b4538c0abaf00b1f7ed94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1&quot;}},&quot;1e6f559b-ac58-4818-9eee-7c9da364270e&quot;:{&quot;type&quot;:&quot;FIGURE_OBJECT&quot;,&quot;id&quot;:&quot;1e6f559b-ac58-4818-9eee-7c9da364270e&quot;,&quot;relativeTransform&quot;:{&quot;translate&quot;:{&quot;x&quot;:-13.232118372342859,&quot;y&quot;:15.241825692554148},&quot;rotate&quot;:-1.5707963267948966},&quot;opacity&quot;:0.75,&quot;path&quot;:{&quot;type&quot;:&quot;POLY_LINE&quot;,&quot;points&quot;:[{&quot;x&quot;:19.701339351461403,&quot;y&quot;:-15.465346713603484},{&quot;x&quot;:-19.701339351461403,&quot;y&quot;:-23.13466237305908},{&quot;x&quot;:-14.035707749895913,&quot;y&quot;:23.13466237305908}],&quot;closed&quot;:false},&quot;pathStyles&quot;:[{&quot;type&quot;:&quot;FILL&quot;,&quot;fillStyle&quot;:&quot;transparent&quot;},{&quot;type&quot;:&quot;STROKE&quot;,&quot;strokeStyle&quot;:&quot;#232323&quot;,&quot;lineWidth&quot;:0.7024163482004256,&quot;lineJoin&quot;:&quot;round&quot;,&quot;dashArray&quot;:[1.9836555500893165,1.9836555500893165]}],&quot;isLocked&quot;:false,&quot;parent&quot;:{&quot;type&quot;:&quot;CHILD&quot;,&quot;parentId&quot;:&quot;544ca4f1-4d6c-4e5b-b005-006784366118&quot;,&quot;order&quot;:&quot;2&quot;}},&quot;4872d5a7-8017-47ca-ba32-03e32b128a5b&quot;:{&quot;type&quot;:&quot;FIGURE_OBJECT&quot;,&quot;id&quot;:&quot;4872d5a7-8017-47ca-ba32-03e32b128a5b&quot;,&quot;relativeTransform&quot;:{&quot;translate&quot;:{&quot;x&quot;:3.994585493105157,&quot;y&quot;:-2.570969791718617},&quot;rotate&quot;:2.220058808536788e-15,&quot;skewX&quot;:1.577721810442024e-30},&quot;opacity&quot;:0.75,&quot;path&quot;:{&quot;type&quot;:&quot;ELLIPSE&quot;,&quot;size&quot;:{&quot;x&quot;:64.74439050459362,&quot;y&quot;:64.74439050459374}},&quot;pathStyles&quot;:[{&quot;type&quot;:&quot;FILL&quot;,&quot;fillStyle&quot;:&quot;rgba(238,244,251,0.5)&quot;},{&quot;type&quot;:&quot;STROKE&quot;,&quot;strokeStyle&quot;:&quot;rgba(23,23,23,1)&quot;,&quot;lineWidth&quot;:0.7024163482004259,&quot;lineJoin&quot;:&quot;round&quot;}],&quot;isLocked&quot;:false,&quot;parent&quot;:{&quot;type&quot;:&quot;CHILD&quot;,&quot;parentId&quot;:&quot;544ca4f1-4d6c-4e5b-b005-006784366118&quot;,&quot;order&quot;:&quot;5&quot;}},&quot;9720d3c3-c03e-4c42-a7d9-147a397b57ef&quot;:{&quot;type&quot;:&quot;FIGURE_OBJECT&quot;,&quot;id&quot;:&quot;9720d3c3-c03e-4c42-a7d9-147a397b57ef&quot;,&quot;name&quot;:&quot;Generic protein (ball)&quot;,&quot;relativeTransform&quot;:{&quot;translate&quot;:{&quot;x&quot;:74.45880806656723,&quot;y&quot;:148.68113965724305},&quot;rotate&quot;:-0.32201093002389514,&quot;skewX&quot;:-4.8238445075498135e-17,&quot;scale&quot;:{&quot;x&quot;:0.023704374006009766,&quot;y&quot;:0.023704374006009745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2&quot;}},&quot;906ea4b0-69b3-4858-84ba-26aa06da8a02&quot;:{&quot;type&quot;:&quot;FIGURE_OBJECT&quot;,&quot;id&quot;:&quot;906ea4b0-69b3-4858-84ba-26aa06da8a02&quot;,&quot;name&quot;:&quot;Generic protein (ball)&quot;,&quot;relativeTransform&quot;:{&quot;translate&quot;:{&quot;x&quot;:93.54265597045219,&quot;y&quot;:169.9455580029595},&quot;rotate&quot;:0.22664300901330653,&quot;skewX&quot;:0,&quot;scale&quot;:{&quot;x&quot;:0.023704374006009752,&quot;y&quot;:0.023704374006009752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5&quot;}},&quot;7409a885-318a-4ea9-8ede-3d88f94b75e3&quot;:{&quot;type&quot;:&quot;FIGURE_OBJECT&quot;,&quot;id&quot;:&quot;7409a885-318a-4ea9-8ede-3d88f94b75e3&quot;,&quot;name&quot;:&quot;Generic protein (ball)&quot;,&quot;relativeTransform&quot;:{&quot;translate&quot;:{&quot;x&quot;:106.21038961443645,&quot;y&quot;:139.5782632587548},&quot;rotate&quot;:0.1621463420024194,&quot;skewX&quot;:-5.830795720966303e-17,&quot;scale&quot;:{&quot;x&quot;:0.018672043884632047,&quot;y&quot;:0.01867204388463205}},&quot;opacity&quot;:0.6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6&quot;}},&quot;b5b99e43-898d-4118-a7f0-99e4be74ad0e&quot;:{&quot;type&quot;:&quot;FIGURE_OBJECT&quot;,&quot;id&quot;:&quot;b5b99e43-898d-4118-a7f0-99e4be74ad0e&quot;,&quot;name&quot;:&quot;Generic protein (with groove 3)&quot;,&quot;relativeTransform&quot;:{&quot;translate&quot;:{&quot;x&quot;:109.9337694454496,&quot;y&quot;:154.872646464416},&quot;rotate&quot;:0.5268397787691186,&quot;skewX&quot;:0,&quot;scale&quot;:{&quot;x&quot;:0.035130396142722224,&quot;y&quot;:0.03513039614272225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7&quot;}},&quot;7ab44097-162a-464c-a1b2-ee60e52c9448&quot;:{&quot;type&quot;:&quot;FIGURE_OBJECT&quot;,&quot;id&quot;:&quot;7ab44097-162a-464c-a1b2-ee60e52c9448&quot;,&quot;name&quot;:&quot;Generic protein (with groove 3)&quot;,&quot;relativeTransform&quot;:{&quot;translate&quot;:{&quot;x&quot;:86.25676926879639,&quot;y&quot;:133.67557762633828},&quot;rotate&quot;:-0.3073509242645662,&quot;skewX&quot;:8.992797519250369e-16,&quot;scale&quot;:{&quot;x&quot;:0.03384305281731009,&quot;y&quot;:0.03384305281731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&quot;}},&quot;3243bfc1-235b-4289-85d9-132e9e130c5b&quot;:{&quot;type&quot;:&quot;FIGURE_OBJECT&quot;,&quot;id&quot;:&quot;3243bfc1-235b-4289-85d9-132e9e130c5b&quot;,&quot;relativeTransform&quot;:{&quot;translate&quot;:{&quot;x&quot;:204.21753244203575,&quot;y&quot;:188.91435489004633},&quot;rotate&quot;:0,&quot;skewX&quot;:0,&quot;scale&quot;:{&quot;x&quot;:1,&quot;y&quot;:1}},&quot;opacity&quot;:1,&quot;path&quot;:{&quot;type&quot;:&quot;POLY_LINE&quot;,&quot;points&quot;:[{&quot;x&quot;:-61.89457160098641,&quot;y&quot;:0},{&quot;x&quot;:39.89457160098641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71&quot;},&quot;connectorInfo&quot;:{&quot;connectedObjects&quot;:[],&quot;type&quot;:&quot;LINE&quot;,&quot;offset&quot;:{&quot;x&quot;:0,&quot;y&quot;:0},&quot;bending&quot;:0.1,&quot;firstElementIsHead&quot;:true,&quot;customized&quot;:false}},&quot;cca0fc33-8497-44a0-bc66-5308e1156de5&quot;:{&quot;id&quot;:&quot;cca0fc33-8497-44a0-bc66-5308e1156de5&quot;,&quot;type&quot;:&quot;FIGURE_OBJECT&quot;,&quot;relativeTransform&quot;:{&quot;translate&quot;:{&quot;x&quot;:366.70149922923804,&quot;y&quot;:259.229341140320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7],&quot;style&quot;:{&quot;fontWeight&quot;:&quot;bold&quot;,&quot;fontStyle&quot;:&quot;normal&quot;,&quot;fontSize&quot;:17.333333333333332,&quot;fontFamily&quot;:&quot;Roboto&quot;,&quot;color&quot;:&quot;rgba(49,126,194,1)&quot;,&quot;decoration&quot;:&quot;none&quot;}}],&quot;text&quot;:&quot;LC-MS-MS&quot;,&quot;baseStyle&quot;:{&quot;fontFamily&quot;:&quot;Roboto&quot;,&quot;fontSize&quot;:17.333333333333332,&quot;color&quot;:&quot;rgba(49,126,194,1)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95.21733879419322,&quot;y&quot;:25.458158576900896},&quot;targetSize&quot;:{&quot;x&quot;:95.21733879419322,&quot;y&quot;:25.458158576900896}},&quot;parent&quot;:{&quot;type&quot;:&quot;CHILD&quot;,&quot;parentId&quot;:&quot;b2c6bbb4-888a-4f48-9c93-09180d365912&quot;,&quot;order&quot;:&quot;72&quot;}},&quot;73b07518-9b1a-4c09-80b8-ef1574569e7b&quot;:{&quot;id&quot;:&quot;73b07518-9b1a-4c09-80b8-ef1574569e7b&quot;,&quot;type&quot;:&quot;FIGURE_OBJECT&quot;,&quot;relativeTransform&quot;:{&quot;translate&quot;:{&quot;x&quot;:333.2578621912045,&quot;y&quot;:305.324007480429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Weight&quot;:&quot;bold&quot;,&quot;fontStyle&quot;:&quot;normal&quot;,&quot;fontSize&quot;:16,&quot;fontFamily&quot;:&quot;Roboto&quot;,&quot;color&quot;:&quot;black&quot;,&quot;decoration&quot;:&quot;none&quot;},&quot;range&quot;:[0,53]}],&quot;text&quot;:&quot;Mass spectrometry detection for the proteomic analysis&quot;}],&quot;_lastCaretLocation&quot;:{&quot;lineIndex&quot;:0,&quot;runIndex&quot;:0,&quot;charIndex&quot;:1}},&quot;format&quot;:&quot;BETTER_TEXT&quot;,&quot;size&quot;:{&quot;x&quot;:220.484375,&quot;y&quot;:46},&quot;targetSize&quot;:{&quot;x&quot;:220.484375,&quot;y&quot;:46}},&quot;parent&quot;:{&quot;type&quot;:&quot;CHILD&quot;,&quot;parentId&quot;:&quot;b2c6bbb4-888a-4f48-9c93-09180d365912&quot;,&quot;order&quot;:&quot;75&quot;}},&quot;d82cc8c2-1a6a-4a00-9941-bb9cafd88676&quot;:{&quot;relativeTransform&quot;:{&quot;translate&quot;:{&quot;x&quot;:365.5123464812798,&quot;y&quot;:119.914763477888},&quot;rotate&quot;:0,&quot;skewX&quot;:0,&quot;scale&quot;:{&quot;x&quot;:1,&quot;y&quot;:1}},&quot;type&quot;:&quot;FIGURE_OBJECT&quot;,&quot;id&quot;:&quot;d82cc8c2-1a6a-4a00-9941-bb9cafd88676&quot;,&quot;name&quot;:&quot;Liquid chromatography–mass spectrometry (LC-MS/MS)&quot;,&quot;displayName&quot;:&quot;Liquid chromatography–mass spectrometry &quot;,&quot;opacity&quot;:1,&quot;source&quot;:{&quot;id&quot;:&quot;5f80edbcc39eba009f457f23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6&quot;},&quot;isPremium&quot;:true},&quot;2a9aa3b1-5d96-45cd-9386-824193e691b7&quot;:{&quot;type&quot;:&quot;FIGURE_OBJECT&quot;,&quot;id&quot;:&quot;2a9aa3b1-5d96-45cd-9386-824193e691b7&quot;,&quot;name&quot;:&quot;Mass spectrometer orbitrap fusion tribrid&quot;,&quot;relativeTransform&quot;:{&quot;translate&quot;:{&quot;x&quot;:5.815336705512207,&quot;y&quot;:85.14803107037358},&quot;rotate&quot;:0,&quot;skewX&quot;:0,&quot;scale&quot;:{&quot;x&quot;:0.246585299190061,&quot;y&quot;:0.246585299190061}},&quot;opacity&quot;:1,&quot;image&quot;:{&quot;url&quot;:&quot;https://icons.biorender.com/biorender/5d5b05b2fb0c9700047f8817/20190819204117/image/mass_spectrometer_orbitrap_fusion_tribrid.png&quot;,&quot;size&quot;:{&quot;x&quot;:371,&quot;y&quot;:261},&quot;isPremium&quot;:false},&quot;source&quot;:{&quot;id&quot;:&quot;5d5b05b2fb0c9700047f8817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05&quot;}},&quot;01fa1001-4085-4fbc-b161-048bfe6c9ba8&quot;:{&quot;type&quot;:&quot;FIGURE_OBJECT&quot;,&quot;id&quot;:&quot;01fa1001-4085-4fbc-b161-048bfe6c9ba8&quot;,&quot;relativeTransform&quot;:{&quot;translate&quot;:{&quot;x&quot;:18.2029506321727,&quot;y&quot;:4.496273472421332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1&quot;}},&quot;9244bc78-8e80-45ca-8c56-1a9c1f6d7b2c&quot;:{&quot;type&quot;:&quot;FIGURE_OBJECT&quot;,&quot;id&quot;:&quot;9244bc78-8e80-45ca-8c56-1a9c1f6d7b2c&quot;,&quot;relativeTransform&quot;:{&quot;translate&quot;:{&quot;x&quot;:-0.010056468457723552,&quot;y&quot;:50.66857904626076},&quot;rotate&quot;:3.141592653589793},&quot;opacity&quot;:0.75,&quot;path&quot;:{&quot;type&quot;:&quot;TRIANGLE&quot;,&quot;size&quot;:{&quot;x&quot;:-128.19602506924596,&quot;y&quot;:26.737366446599115},&quot;cornerRounding&quot;:{&quot;type&quot;:&quot;ARC_LENGTH&quot;,&quot;global&quot;:4.114335623853572e-14}},&quot;pathStyles&quot;:[{&quot;type&quot;:&quot;FILL&quot;,&quot;fillStyle&quot;:&quot;rgba(166,195,218,1)&quot;},{&quot;type&quot;:&quot;STROKE&quot;,&quot;strokeStyle&quot;:&quot;rgba(23,23,23,1)&quot;,&quot;lineWidth&quot;:0,&quot;lineJoin&quot;:&quot;round&quot;}],&quot;isLocked&quot;:false,&quot;parent&quot;:{&quot;type&quot;:&quot;CHILD&quot;,&quot;parentId&quot;:&quot;01fa1001-4085-4fbc-b161-048bfe6c9ba8&quot;,&quot;order&quot;:&quot;2&quot;}},&quot;0f475c45-830c-493e-af1f-00c14c83e548&quot;:{&quot;type&quot;:&quot;FIGURE_OBJECT&quot;,&quot;id&quot;:&quot;0f475c45-830c-493e-af1f-00c14c83e548&quot;,&quot;relativeTransform&quot;:{&quot;translate&quot;:{&quot;x&quot;:0.01011826445654787,&quot;y&quot;:-13.356527277869619},&quot;rotate&quot;:-1.570796326794897},&quot;opacity&quot;:1,&quot;path&quot;:{&quot;type&quot;:&quot;RECT&quot;,&quot;size&quot;:{&quot;x&quot;:100.47352117205605,&quot;y&quot;:127.3079526659228},&quot;cornerRounding&quot;:{&quot;type&quot;:&quot;ARC_LENGTH&quot;,&quot;global&quot;:0}},&quot;pathStyles&quot;:[{&quot;type&quot;:&quot;FILL&quot;,&quot;fillStyle&quot;:&quot;rgba(254,254,254,1)&quot;},{&quot;type&quot;:&quot;STROKE&quot;,&quot;strokeStyle&quot;:&quot;rgba(23,23,23,1)&quot;,&quot;lineWidth&quot;:0.8879488113254971,&quot;lineJoin&quot;:&quot;round&quot;}],&quot;isLocked&quot;:false,&quot;parent&quot;:{&quot;type&quot;:&quot;CHILD&quot;,&quot;parentId&quot;:&quot;01fa1001-4085-4fbc-b161-048bfe6c9ba8&quot;,&quot;order&quot;:&quot;5&quot;}},&quot;0b6aeeb1-f9e9-484b-8aba-57ce912bbfa7&quot;:{&quot;type&quot;:&quot;FIGURE_OBJECT&quot;,&quot;id&quot;:&quot;0b6aeeb1-f9e9-484b-8aba-57ce912bbfa7&quot;,&quot;name&quot;:&quot;HPLC (1290 Infinity II)&quot;,&quot;relativeTransform&quot;:{&quot;translate&quot;:{&quot;x&quot;:-61.083499420704165,&quot;y&quot;:75.53114576337497},&quot;rotate&quot;:6.283185307179586,&quot;skewX&quot;:0,&quot;scale&quot;:{&quot;x&quot;:-0.2636959032863266,&quot;y&quot;:0.2636959032863266}},&quot;opacity&quot;:1,&quot;image&quot;:{&quot;url&quot;:&quot;https://icons.biorender.com/biorender/5d51756e7164530004924320/20190812143208/image/hplc-1290-infinity-ii.png&quot;,&quot;size&quot;:{&quot;x&quot;:161,&quot;y&quot;:319},&quot;isPremium&quot;:false},&quot;source&quot;:{&quot;id&quot;:&quot;5d51756e7164530004924320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2&quot;}},&quot;11a22e1d-5416-4fe6-ac00-87d5aae37102&quot;:{&quot;type&quot;:&quot;FIGURE_OBJECT&quot;,&quot;id&quot;:&quot;11a22e1d-5416-4fe6-ac00-87d5aae37102&quot;,&quot;relativeTransform&quot;:{&quot;translate&quot;:{&quot;x&quot;:24.437240330520364,&quot;y&quot;:-9.266914629072021},&quot;rotate&quot;:0},&quot;opacity&quot;:1,&quot;path&quot;:{&quot;type&quot;:&quot;POLY_LINE&quot;,&quot;points&quot;:[{&quot;x&quot;:-49.01023669090494,&quot;y&quot;:-30.516160495120825},{&quot;x&quot;:-49.01023669090494,&quot;y&quot;:30.516160495120722},{&quot;x&quot;:49.01023669090499,&quot;y&quot;:30.516160495120722}],&quot;closed&quot;:false},&quot;pathStyles&quot;:[{&quot;type&quot;:&quot;FILL&quot;,&quot;fillStyle&quot;:&quot;transparent&quot;},{&quot;type&quot;:&quot;STROKE&quot;,&quot;strokeStyle&quot;:&quot;#232323&quot;,&quot;lineWidth&quot;:1.3319232169882458,&quot;lineJoin&quot;:&quot;round&quot;}],&quot;isLocked&quot;:false,&quot;parent&quot;:{&quot;type&quot;:&quot;CHILD&quot;,&quot;parentId&quot;:&quot;d82cc8c2-1a6a-4a00-9941-bb9cafd88676&quot;,&quot;order&quot;:&quot;3&quot;}},&quot;2754b74c-af31-40dc-9825-e1a664bac6f9&quot;:{&quot;type&quot;:&quot;FIGURE_OBJECT&quot;,&quot;id&quot;:&quot;2754b74c-af31-40dc-9825-e1a664bac6f9&quot;,&quot;relativeTransform&quot;:{&quot;translate&quot;:{&quot;x&quot;:23.921390317633715,&quot;y&quot;:28.92978364179419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,&quot;range&quot;:[0,2]}],&quot;text&quot;:&quot;m/z&quot;,&quot;base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}],&quot;verticalAlign&quot;:&quot;TOP&quot;},&quot;size&quot;:{&quot;x&quot;:96.53303007182777,&quot;y&quot;:10.02421849713765},&quot;targetSize&quot;:{&quot;x&quot;:96.53303007182777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5&quot;}},&quot;bd84e4b0-24cc-4d7b-8701-3c2e58d0f0ad&quot;:{&quot;type&quot;:&quot;FIGURE_OBJECT&quot;,&quot;id&quot;:&quot;bd84e4b0-24cc-4d7b-8701-3c2e58d0f0ad&quot;,&quot;relativeTransform&quot;:{&quot;translate&quot;:{&quot;x&quot;:-33.995978285617504,&quot;y&quot;:-8.61084020310001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,&quot;range&quot;:[0,8]}],&quot;text&quot;:&quot;Intensity&quot;,&quot;base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}],&quot;verticalAlign&quot;:&quot;TOP&quot;},&quot;size&quot;:{&quot;x&quot;:59.693196599451745,&quot;y&quot;:10.02421849713765},&quot;targetSize&quot;:{&quot;x&quot;:59.693196599451745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6&quot;}},&quot;d6226749-3e74-487b-9bb2-7f4fb5be7b54&quot;:{&quot;type&quot;:&quot;FIGURE_OBJECT&quot;,&quot;id&quot;:&quot;d6226749-3e74-487b-9bb2-7f4fb5be7b54&quot;,&quot;relativeTransform&quot;:{&quot;translate&quot;:{&quot;x&quot;:45.85415709673177,&quot;y&quot;:-48.1364356262782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7&quot;}},&quot;513e28a0-22ce-40d8-87cb-2c5af67361ce&quot;:{&quot;type&quot;:&quot;FIGURE_OBJECT&quot;,&quot;id&quot;:&quot;513e28a0-22ce-40d8-87cb-2c5af67361ce&quot;,&quot;relativeTransform&quot;:{&quot;translate&quot;:{&quot;x&quot;:0.04745069867664589,&quot;y&quot;:-0.15576207249657034},&quot;rotate&quot;:0},&quot;opacity&quot;:1,&quot;path&quot;:{&quot;type&quot;:&quot;POLY_LINE&quot;,&quot;points&quot;:[{&quot;x&quot;:-2.32236723930898,&quot;y&quot;:68.7434766316907},{&quot;x&quot;:-1.3934203435853982,&quot;y&quot;:68.7434766316907},{&quot;x&quot;:1.5540295930501495e-13,&quot;y&quot;:-68.7434766316907},{&quot;x&quot;:1.3934203435855537,&quot;y&quot;:68.7434766316907},{&quot;x&quot;:2.32236723930898,&quot;y&quot;:68.7434766316907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1&quot;}},&quot;73b43fbb-2a84-4cf3-8401-6c5038fc6a38&quot;:{&quot;type&quot;:&quot;FIGURE_OBJECT&quot;,&quot;id&quot;:&quot;73b43fbb-2a84-4cf3-8401-6c5038fc6a38&quot;,&quot;relativeTransform&quot;:{&quot;translate&quot;:{&quot;x&quot;:4.644172162767881,&quot;y&quot;:20.92315249383493},&quot;rotate&quot;:0},&quot;opacity&quot;:1,&quot;path&quot;:{&quot;type&quot;:&quot;POLY_LINE&quot;,&quot;points&quot;:[{&quot;x&quot;:-2.3223672393088766,&quot;y&quot;:47.64853870560218},{&quot;x&quot;:-1.393420343584984,&quot;y&quot;:47.64853870560218},{&quot;x&quot;:2.5900493217502494e-13,&quot;y&quot;:-47.64853870560218},{&quot;x&quot;:1.393420343585502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2&quot;}},&quot;e6c2ef82-e26c-45d6-b49e-7db5ca2fb404&quot;:{&quot;type&quot;:&quot;FIGURE_OBJECT&quot;,&quot;id&quot;:&quot;e6c2ef82-e26c-45d6-b49e-7db5ca2fb404&quot;,&quot;relativeTransform&quot;:{&quot;translate&quot;:{&quot;x&quot;:9.240893626859323,&quot;y&quot;:41.434178149325945},&quot;rotate&quot;:0},&quot;opacity&quot;:1,&quot;path&quot;:{&quot;type&quot;:&quot;POLY_LINE&quot;,&quot;points&quot;:[{&quot;x&quot;:-2.3223672393088766,&quot;y&quot;:27.070118761700645},{&quot;x&quot;:-1.393420343585191,&quot;y&quot;:27.070118761700645},{&quot;x&quot;:5.1800986435004986e-14,&quot;y&quot;:-27.070118761700645},{&quot;x&quot;:1.393420343584984,&quot;y&quot;:27.070118761700645},{&quot;x&quot;:2.3223672393088766,&quot;y&quot;:27.07011876170064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3&quot;}},&quot;7cff04da-ebf9-451f-8374-51fad69ed79e&quot;:{&quot;type&quot;:&quot;FIGURE_OBJECT&quot;,&quot;id&quot;:&quot;7cff04da-ebf9-451f-8374-51fad69ed79e&quot;,&quot;relativeTransform&quot;:{&quot;translate&quot;:{&quot;x&quot;:-4.520352065809909,&quot;y&quot;:21.00398553392906},&quot;rotate&quot;:0},&quot;opacity&quot;:1,&quot;path&quot;:{&quot;type&quot;:&quot;POLY_LINE&quot;,&quot;points&quot;:[{&quot;x&quot;:-2.3223672393088766,&quot;y&quot;:47.64853870560218},{&quot;x&quot;:-1.3934203435853982,&quot;y&quot;:47.64853870560218},{&quot;x&quot;:-1.5540295930501495e-13,&quot;y&quot;:-47.64853870560218},{&quot;x&quot;:1.393420343585191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5&quot;}},&quot;7ffce1cf-3f8c-43d6-a3bc-da73814d7ca4&quot;:{&quot;type&quot;:&quot;FIGURE_OBJECT&quot;,&quot;id&quot;:&quot;7ffce1cf-3f8c-43d6-a3bc-da73814d7ca4&quot;,&quot;relativeTransform&quot;:{&quot;translate&quot;:{&quot;x&quot;:-9.000844277047948,&quot;y&quot;:41.699232361348514},&quot;rotate&quot;:0},&quot;opacity&quot;:1,&quot;path&quot;:{&quot;type&quot;:&quot;POLY_LINE&quot;,&quot;points&quot;:[{&quot;x&quot;:-2.3223672393088766,&quot;y&quot;:27.07011876170085},{&quot;x&quot;:-1.3934203435855537,&quot;y&quot;:27.07011876170085},{&quot;x&quot;:1.5540295930501495e-13,&quot;y&quot;:-27.07011876170085},{&quot;x&quot;:1.3934203435853982,&quot;y&quot;:27.07011876170085},{&quot;x&quot;:2.3223672393088766,&quot;y&quot;:27.070118761700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6&quot;}},&quot;d7a35815-c12c-4b40-ab14-9b7bbc1cce8f&quot;:{&quot;type&quot;:&quot;FIGURE_OBJECT&quot;,&quot;id&quot;:&quot;d7a35815-c12c-4b40-ab14-9b7bbc1cce8f&quot;,&quot;relativeTransform&quot;:{&quot;translate&quot;:{&quot;x&quot;:13.46687713848401,&quot;y&quot;:54.55374335416616},&quot;rotate&quot;:0},&quot;opacity&quot;:1,&quot;path&quot;:{&quot;type&quot;:&quot;POLY_LINE&quot;,&quot;points&quot;:[{&quot;x&quot;:-2.145111617298679,&quot;y&quot;:13.899455414118046},{&quot;x&quot;:-1.2870669703788136,&quot;y&quot;:13.899455414118046},{&quot;x&quot;:-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7&quot;}},&quot;4083dcc0-17fd-4e97-a5d9-2044305d68ce&quot;:{&quot;type&quot;:&quot;FIGURE_OBJECT&quot;,&quot;id&quot;:&quot;4083dcc0-17fd-4e97-a5d9-2044305d68ce&quot;,&quot;relativeTransform&quot;:{&quot;translate&quot;:{&quot;x&quot;:-13.46687713848401,&quot;y&quot;:54.999783290069225},&quot;rotate&quot;:0},&quot;opacity&quot;:1,&quot;path&quot;:{&quot;type&quot;:&quot;POLY_LINE&quot;,&quot;points&quot;:[{&quot;x&quot;:-2.145111617298679,&quot;y&quot;:13.899455414118046},{&quot;x&quot;:-1.2870669703790725,&quot;y&quot;:13.899455414118046},{&quot;x&quot;: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8&quot;}},&quot;b4ca9fa3-f592-4cff-8b56-31e8a343b110&quot;:{&quot;type&quot;:&quot;FIGURE_OBJECT&quot;,&quot;id&quot;:&quot;b4ca9fa3-f592-4cff-8b56-31e8a343b110&quot;,&quot;relativeTransform&quot;:{&quot;translate&quot;:{&quot;x&quot;:-5.85505368735455,&quot;y&quot;:-12.31038977947658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8&quot;}},&quot;dad50d5e-a6f6-4e71-91b5-b57f849d8835&quot;:{&quot;type&quot;:&quot;FIGURE_OBJECT&quot;,&quot;id&quot;:&quot;dad50d5e-a6f6-4e71-91b5-b57f849d8835&quot;,&quot;relativeTransform&quot;:{&quot;translate&quot;:{&quot;x&quot;:-2.50430896339619,&quot;y&quot;:-0.04168327615899479},&quot;rotate&quot;:0},&quot;opacity&quot;:1,&quot;path&quot;:{&quot;type&quot;:&quot;POLY_LINE&quot;,&quot;points&quot;:[{&quot;x&quot;:-2.514646573395518,&quot;y&quot;:32.48537137476488},{&quot;x&quot;:-1.5087879440370624,&quot;y&quot;:32.48537137476488},{&quot;x&quot;:6.216118372200598e-13,&quot;y&quot;:-32.48537137476488},{&quot;x&quot;:1.5087879440375285,&quot;y&quot;:32.48537137476488},{&quot;x&quot;:2.514646573395518,&quot;y&quot;:32.4853713747648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1&quot;}},&quot;375dc426-5214-43f5-ba96-2190213f53c8&quot;:{&quot;type&quot;:&quot;FIGURE_OBJECT&quot;,&quot;id&quot;:&quot;375dc426-5214-43f5-ba96-2190213f53c8&quot;,&quot;relativeTransform&quot;:{&quot;translate&quot;:{&quot;x&quot;:2.4729959532757686,&quot;y&quot;:15.26223839046774},&quot;rotate&quot;:0},&quot;opacity&quot;:1,&quot;path&quot;:{&quot;type&quot;:&quot;POLY_LINE&quot;,&quot;points&quot;:[{&quot;x&quot;:-2.514646573395311,&quot;y&quot;:17.164911730575902},{&quot;x&quot;:-1.508787944036907,&quot;y&quot;:17.164911730575902},{&quot;x&quot;:0,&quot;y&quot;:-17.164911730575902},{&quot;x&quot;:1.5087879440365444,&quot;y&quot;:17.164911730575902},{&quot;x&quot;:2.514646573395311,&quot;y&quot;:17.164911730575902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2&quot;}},&quot;2a9b5dc9-6023-4584-92e9-9ed5d3e65ba9&quot;:{&quot;type&quot;:&quot;FIGURE_OBJECT&quot;,&quot;id&quot;:&quot;2a9b5dc9-6023-4584-92e9-9ed5d3e65ba9&quot;,&quot;relativeTransform&quot;:{&quot;translate&quot;:{&quot;x&quot;:7.450300869947753,&quot;y&quot;:26.347277597966617},&quot;rotate&quot;:0},&quot;opacity&quot;:1,&quot;path&quot;:{&quot;type&quot;:&quot;POLY_LINE&quot;,&quot;points&quot;:[{&quot;x&quot;:-2.5146465733954924,&quot;y&quot;:6.1052797729931685},{&quot;x&quot;:-1.5087879440370882,&quot;y&quot;:6.1052797729931685},{&quot;x&quot;:0.3720796661675718,&quot;y&quot;:-6.1052797729931685},{&quot;x&quot;:1.5087879440366738,&quot;y&quot;:6.1052797729931685},{&quot;x&quot;:2.5146465733954924,&quot;y&quot;:6.10527977299316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5&quot;}},&quot;1b5f1dda-ef9c-4941-bc88-15822f9ef490&quot;:{&quot;type&quot;:&quot;FIGURE_OBJECT&quot;,&quot;id&quot;:&quot;1b5f1dda-ef9c-4941-bc88-15822f9ef490&quot;,&quot;relativeTransform&quot;:{&quot;translate&quot;:{&quot;x&quot;:-7.450300869947753,&quot;y&quot;:11.641677558943078},&quot;rotate&quot;:0},&quot;opacity&quot;:1,&quot;path&quot;:{&quot;type&quot;:&quot;POLY_LINE&quot;,&quot;points&quot;:[{&quot;x&quot;:-2.5146465733954924,&quot;y&quot;:20.885377091980793},{&quot;x&quot;:-1.5087879440366738,&quot;y&quot;:20.885377091980793},{&quot;x&quot;:1.8130345252251746e-13,&quot;y&quot;:-20.885377091980793},{&quot;x&quot;:1.5087879440370882,&quot;y&quot;:20.885377091980793},{&quot;x&quot;:2.5146465733954924,&quot;y&quot;:20.885377091980793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7&quot;}},&quot;50542470-ab2e-49a4-abe6-d58d56e3d1b5&quot;:{&quot;relativeTransform&quot;:{&quot;translate&quot;:{&quot;x&quot;:258.3403485269928,&quot;y&quot;:-122.30841865557491},&quot;rotate&quot;:0,&quot;skewX&quot;:0,&quot;scale&quot;:{&quot;x&quot;:1,&quot;y&quot;:1}},&quot;type&quot;:&quot;FIGURE_OBJECT&quot;,&quot;id&quot;:&quot;50542470-ab2e-49a4-abe6-d58d56e3d1b5&quot;,&quot;parent&quot;:{&quot;type&quot;:&quot;CHILD&quot;,&quot;parentId&quot;:&quot;b2c6bbb4-888a-4f48-9c93-09180d365912&quot;,&quot;order&quot;:&quot;77&quot;},&quot;name&quot;:&quot;Sequencer (Illumina NextSeq 500) with DNA sequencing stream&quot;,&quot;displayName&quot;:&quot;Sequencer (Illumina NextSeq 500) with DNA sequencing stream&quot;,&quot;source&quot;:{&quot;id&quot;:&quot;62d1be7f10aad9da4c2c4ca3&quot;,&quot;type&quot;:&quot;ASSETS&quot;},&quot;isPremium&quot;:true},&quot;8186b202-8cbc-4e59-8f71-9673017bb8d0&quot;:{&quot;id&quot;:&quot;8186b202-8cbc-4e59-8f71-9673017bb8d0&quot;,&quot;name&quot;:&quot;DNA sequencing stream&quot;,&quot;displayName&quot;:&quot;&quot;,&quot;type&quot;:&quot;FIGURE_OBJECT&quot;,&quot;relativeTransform&quot;:{&quot;translate&quot;:{&quot;x&quot;:106.15965147300722,&quot;y&quot;:15.247826758924116},&quot;rotate&quot;:0,&quot;skewX&quot;:0,&quot;scale&quot;:{&quot;x&quot;:0.6133333333333333,&quot;y&quot;:0.6633333333333333}},&quot;image&quot;:{&quot;url&quot;:&quot;https://icons.biorender.com/biorender/62d1bdfa19645e0028e73845/dna-sequencing-stream.png&quot;,&quot;isPremium&quot;:false,&quot;size&quot;:{&quot;x&quot;:300,&quot;y&quot;:109.09090909090908}},&quot;source&quot;:{&quot;id&quot;:&quot;62d1ac3919645e0028e737ac&quot;,&quot;type&quot;:&quot;ASSETS&quot;},&quot;isPremium&quot;:false,&quot;parent&quot;:{&quot;type&quot;:&quot;CHILD&quot;,&quot;parentId&quot;:&quot;50542470-ab2e-49a4-abe6-d58d56e3d1b5&quot;,&quot;order&quot;:&quot;5&quot;}},&quot;44cb24da-f4fd-4dd5-9322-3c526d4e9a11&quot;:{&quot;id&quot;:&quot;44cb24da-f4fd-4dd5-9322-3c526d4e9a11&quot;,&quot;name&quot;:&quot;Sequencer (Illumina NextSeq 500)&quot;,&quot;displayName&quot;:&quot;&quot;,&quot;type&quot;:&quot;FIGURE_OBJECT&quot;,&quot;relativeTransform&quot;:{&quot;translate&quot;:{&quot;x&quot;:95.00019447581698,&quot;y&quot;:-16.566550698111932},&quot;rotate&quot;:0,&quot;skewX&quot;:0,&quot;scale&quot;:{&quot;x&quot;:0.6133333333333333,&quot;y&quot;:0.6633333333333333}},&quot;image&quot;:{&quot;url&quot;:&quot;https://icons.biorender.com/biorender/5f35b0be8d485800287e5251/20200813213323/image/sequencer-illumina-nextseq-500.png&quot;,&quot;isPremium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50542470-ab2e-49a4-abe6-d58d56e3d1b5&quot;,&quot;order&quot;:&quot;2&quot;}},&quot;ca127943-b2ba-4807-a9d5-c6f23d74cbe1&quot;:{&quot;id&quot;:&quot;ca127943-b2ba-4807-a9d5-c6f23d74cbe1&quot;,&quot;type&quot;:&quot;FIGURE_OBJECT&quot;,&quot;relativeTransform&quot;:{&quot;translate&quot;:{&quot;x&quot;:74.45857122802737,&quot;y&quot;:240.27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6]}],&quot;text&quot;:&quot;Protein Isolation&quot;}],&quot;_lastCaretLocation&quot;:{&quot;lineIndex&quot;:0,&quot;runIndex&quot;:0,&quot;charIndex&quot;:7}},&quot;format&quot;:&quot;BETTER_TEXT&quot;,&quot;size&quot;:{&quot;x&quot;:104.44914245605469,&quot;y&quot;:37.08},&quot;targetSize&quot;:{&quot;x&quot;:104.44914245605469,&quot;y&quot;:21}},&quot;parent&quot;:{&quot;type&quot;:&quot;CHILD&quot;,&quot;parentId&quot;:&quot;b2c6bbb4-888a-4f48-9c93-09180d365912&quot;,&quot;order&quot;:&quot;8&quot;}},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6c5357de-ba33-4b65-96d6-34a02e2a5f55&quot;:{&quot;id&quot;:&quot;6c5357de-ba33-4b65-96d6-34a02e2a5f55&quot;,&quot;type&quot;:&quot;FIGURE_OBJECT&quot;,&quot;relativeTransform&quot;:{&quot;translate&quot;:{&quot;x&quot;:109.93407122802738,&quot;y&quot;:-56.792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4]}],&quot;text&quot;:&quot;m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85&quot;}},&quot;9d994b04-d568-4ad5-9ecc-b1fe7bc1a890&quot;:{&quot;id&quot;:&quot;9d994b04-d568-4ad5-9ecc-b1fe7bc1a890&quot;,&quot;type&quot;:&quot;FIGURE_OBJECT&quot;,&quot;relativeTransform&quot;:{&quot;translate&quot;:{&quot;x&quot;:77.89807122802738,&quot;y&quot;:-39.999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5]}],&quot;text&quot;:&quot;mi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&quot;}},&quot;07115787-be71-4d5f-8dee-18db6b8b7fb0&quot;:{&quot;id&quot;:&quot;07115787-be71-4d5f-8dee-18db6b8b7fb0&quot;,&quot;type&quot;:&quot;FIGURE_OBJECT&quot;,&quot;relativeTransform&quot;:{&quot;translate&quot;:{&quot;x&quot;:125.58807122802737,&quot;y&quot;:-30.76299999999999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6]}],&quot;text&quot;:&quot;IncRNAs&quot;}],&quot;_lastCaretLocation&quot;:{&quot;lineIndex&quot;:0,&quot;runIndex&quot;:0,&quot;charIndex&quot;:3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2&quot;}},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4acafc5-0ed7-4650-91d8-a3b0d59017e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07293d49-cb42-44ca-974f-067a3bf1912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03b1325-3f84-40fc-b7a1-abd4687195e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f4f793a6-61a0-418a-a131-1b8b01f6586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f85da77-dabd-491c-b48b-379d8a4a455e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eb08b3bb-5964-484e-8e0f-1e61fc535ed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08e70ab-2f02-47a6-a1f8-6d626084dd48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1a95c0b-b5bc-42a1-b110-17a1618aac70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b3bf4eb7-f479-4629-ab14-e8a89cd859fe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afa6cae4-259a-4408-af07-08ba586becc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5c33f15a-261f-4d62-9010-fdbf3a304f96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f465f6a9-de07-45e8-bd5c-446886588b23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b74e216-5ba7-46cf-a288-bbbf0bea4c1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adeb27bd-ef1a-406b-bd3d-b6227f3291a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fc5af53-2cd0-49b6-9b2a-ec7a6a93c18d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66aa3e1b-9474-45c3-b2c8-37dc55c9e33a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e0dbec9c-56c7-427e-a931-ece8d86e09e3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e0dbec9c-56c7-427e-a931-ece8d86e09e3&quot;:{&quot;type&quot;:&quot;FIGURE_OBJECT&quot;,&quot;id&quot;:&quot;e0dbec9c-56c7-427e-a931-ece8d86e09e3&quot;,&quot;relativeTransform&quot;:{&quot;translate&quot;:{&quot;x&quot;:85.97899999999998,&quot;y&quot;:-243.5},&quot;rotate&quot;:0,&quot;skewX&quot;:0,&quot;scale&quot;:{&quot;x&quot;:1,&quot;y&quot;:1}},&quot;opacity&quot;:1,&quot;path&quot;:{&quot;type&quot;:&quot;ARROW&quot;,&quot;size&quot;:{&quot;x&quot;:215.95799999999997,&quot;y&quot;:68},&quot;tipOffsetLeft&quot;:35,&quot;wingsOffsetRight&quot;:35},&quot;isLocked&quot;:false,&quot;pathStyles&quot;:[{&quot;type&quot;:&quot;FILL&quot;,&quot;fillStyle&quot;:&quot;rgba(63, 120, 193, 1)&quot;},{&quot;type&quot;:&quot;STROKE&quot;,&quot;strokeStyle&quot;:&quot;rgba(19,54,122,1)&quot;,&quot;lineWidth&quot;:2,&quot;lineJoin&quot;:&quot;round&quot;}],&quot;parent&quot;:{&quot;type&quot;:&quot;CHILD&quot;,&quot;parentId&quot;:&quot;b2c6bbb4-888a-4f48-9c93-09180d365912&quot;,&quot;order&quot;:&quot;06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195f7d1c-4fa4-4d23-89c1-659cfb739b5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195f7d1c-4fa4-4d23-89c1-659cfb739b55&quot;:{&quot;relativeTransform&quot;:{&quot;translate&quot;:{&quot;x&quot;:729.3279502576844,&quot;y&quot;:846.3322583804352},&quot;rotate&quot;:0,&quot;skewX&quot;:0,&quot;scale&quot;:{&quot;x&quot;:1,&quot;y&quot;:1}},&quot;type&quot;:&quot;FIGURE_OBJECT&quot;,&quot;id&quot;:&quot;195f7d1c-4fa4-4d23-89c1-659cfb739b55&quot;,&quot;parent&quot;:{&quot;type&quot;:&quot;CHILD&quot;,&quot;parentId&quot;:&quot;b2c6bbb4-888a-4f48-9c93-09180d365912&quot;,&quot;order&quot;:&quot;25&quot;},&quot;name&quot;:&quot;RNA extraction&quot;,&quot;displayName&quot;:&quot;RNA extraction&quot;,&quot;source&quot;:{&quot;id&quot;:&quot;60902039f8361e00a7c38ef3&quot;,&quot;type&quot;:&quot;ASSETS&quot;},&quot;isPremium&quot;:true},&quot;35b2fd26-128e-4ecc-905b-4a9ed5ae99b4&quot;:{&quot;type&quot;:&quot;FIGURE_OBJECT&quot;,&quot;id&quot;:&quot;35b2fd26-128e-4ecc-905b-4a9ed5ae99b4&quot;,&quot;name&quot;:&quot;Eppendorf tube (1/3 liquid, closed)&quot;,&quot;relativeTransform&quot;:{&quot;translate&quot;:{&quot;x&quot;:-707.8521117829374,&quot;y&quot;:-940.0329850989116},&quot;rotate&quot;:0,&quot;skewX&quot;:0,&quot;scale&quot;:{&quot;x&quot;:0.19618586503137672,&quot;y&quot;:0.19618586503137675}},&quot;opacity&quot;:1,&quot;image&quot;:{&quot;url&quot;:&quot;https://icons.biorender.com/biorender/5e41d9c2e250000028d2f72e/eppendorf-tube-1-3-closed.png&quot;,&quot;size&quot;:{&quot;x&quot;:162,&quot;y&quot;:352},&quot;isPremium&quot;:false,&quot;isPacked&quot;:true},&quot;source&quot;:{&quot;id&quot;:&quot;5e41d978e250000028d2f71e&quot;,&quot;type&quot;:&quot;ASSETS&quot;},&quot;pathStyles&quot;:[{&quot;type&quot;:&quot;FILL&quot;,&quot;fillStyle&quot;:&quot;rgb(0,0,0)&quot;}],&quot;isLocked&quot;:false,&quot;parent&quot;:{&quot;type&quot;:&quot;CHILD&quot;,&quot;parentId&quot;:&quot;195f7d1c-4fa4-4d23-89c1-659cfb739b55&quot;,&quot;order&quot;:&quot;05&quot;}},&quot;4a131f83-d625-4fe9-a11c-d9f1507d0c60&quot;:{&quot;type&quot;:&quot;FIGURE_OBJECT&quot;,&quot;id&quot;:&quot;4a131f83-d625-4fe9-a11c-d9f1507d0c60&quot;,&quot;relativeTransform&quot;:{&quot;translate&quot;:{&quot;x&quot;:-705.9118296137366,&quot;y&quot;:-952.6029499725403},&quot;rotate&quot;:0},&quot;opacity&quot;:0.75,&quot;path&quot;:{&quot;type&quot;:&quot;RECT&quot;,&quot;size&quot;:{&quot;x&quot;:12.27029815913519,&quot;y&quot;:25.12787481979796},&quot;cornerRounding&quot;:{&quot;type&quot;:&quot;ARC_LENGTH&quot;,&quot;global&quot;:0}},&quot;pathStyles&quot;:[{&quot;type&quot;:&quot;FILL&quot;,&quot;fillStyle&quot;:&quot;rgba(220, 226, 226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1&quot;}},&quot;908a76dd-9d35-46f4-8ebb-2d9dc83099fe&quot;:{&quot;type&quot;:&quot;FIGURE_OBJECT&quot;,&quot;id&quot;:&quot;908a76dd-9d35-46f4-8ebb-2d9dc83099fe&quot;,&quot;relativeTransform&quot;:{&quot;translate&quot;:{&quot;x&quot;:-705.9396297794893,&quot;y&quot;:-939.0903319063274},&quot;rotate&quot;:0},&quot;opacity&quot;:0.75,&quot;path&quot;:{&quot;type&quot;:&quot;RECT&quot;,&quot;size&quot;:{&quot;x&quot;:8.051623006150168,&quot;y&quot;:2.578465373570749},&quot;cornerRounding&quot;:{&quot;type&quot;:&quot;ARC_LENGTH&quot;,&quot;global&quot;:0}},&quot;pathStyles&quot;:[{&quot;type&quot;:&quot;FILL&quot;,&quot;fillStyle&quot;:&quot;rgba(203, 209, 209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&quot;}},&quot;80111e7a-2b64-4bc4-bc5e-08e157021113&quot;:{&quot;type&quot;:&quot;FIGURE_OBJECT&quot;,&quot;id&quot;:&quot;80111e7a-2b64-4bc4-bc5e-08e157021113&quot;,&quot;relativeTransform&quot;:{&quot;translate&quot;:{&quot;x&quot;:-705.9535298623658,&quot;y&quot;:-966.2510938467976},&quot;rotate&quot;:0},&quot;opacity&quot;:0.75,&quot;path&quot;:{&quot;type&quot;:&quot;RECT&quot;,&quot;size&quot;:{&quot;x&quot;:16.634924182322333,&quot;y&quot;:2.578465373570749},&quot;cornerRounding&quot;:{&quot;type&quot;:&quot;ARC_LENGTH&quot;,&quot;global&quot;:0}},&quot;pathStyles&quot;:[{&quot;type&quot;:&quot;FILL&quot;,&quot;fillStyle&quot;:&quot;rgba(197,201,201,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5&quot;}},&quot;9b68c513-692e-475c-a5cd-23b45c6a3d89&quot;:{&quot;type&quot;:&quot;FIGURE_OBJECT&quot;,&quot;id&quot;:&quot;9b68c513-692e-475c-a5cd-23b45c6a3d89&quot;,&quot;relativeTransform&quot;:{&quot;translate&quot;:{&quot;x&quot;:-705.7669688020839,&quot;y&quot;:-941.7021495882531},&quot;rotate&quot;:0},&quot;opacity&quot;:1,&quot;path&quot;:{&quot;type&quot;:&quot;RECT&quot;,&quot;size&quot;:{&quot;x&quot;:10.466762405923308,&quot;y&quot;:1.7722605667400027},&quot;cornerRounding&quot;:{&quot;type&quot;:&quot;ARC_LENGTH&quot;,&quot;global&quot;:0}},&quot;pathStyles&quot;:[{&quot;type&quot;:&quot;FILL&quot;,&quot;fillStyle&quot;:&quot;rgba(41,55,124,1)&quot;},{&quot;type&quot;:&quot;STROKE&quot;,&quot;strokeStyle&quot;:&quot;transparent&quot;,&quot;lineWidth&quot;:0,&quot;lineJoin&quot;:&quot;round&quot;,&quot;dashArray&quot;:[0,0]}],&quot;isLocked&quot;:false,&quot;parent&quot;:{&quot;type&quot;:&quot;CHILD&quot;,&quot;parentId&quot;:&quot;195f7d1c-4fa4-4d23-89c1-659cfb739b55&quot;,&quot;order&quot;:&quot;3&quot;}},&quot;af32cd2f-7d83-4819-bfe3-f3b173a63a55&quot;:{&quot;type&quot;:&quot;FIGURE_OBJECT&quot;,&quot;id&quot;:&quot;af32cd2f-7d83-4819-bfe3-f3b173a63a55&quot;,&quot;name&quot;:&quot;dsDNA brush 2 (wavy) &quot;,&quot;relativeTransform&quot;:{&quot;translate&quot;:{&quot;x&quot;:-640.1273142058535,&quot;y&quot;:-979.7595107267325},&quot;rotate&quot;:0},&quot;opacity&quot;:1,&quot;source&quot;:{&quot;id&quot;:&quot;5ee8e281a8cc7b00af3291a9&quot;,&quot;type&quot;:&quot;ASSETS&quot;},&quot;path&quot;:{&quot;type&quot;:&quot;POLY_LINE&quot;,&quot;points&quot;:[{&quot;x&quot;:-27.71715653047526,&quot;y&quot;:-0.7405560502243849},{&quot;x&quot;:-13.31863365750106,&quot;y&quot;:3.316140539040511},{&quot;x&quot;:12.598707513852483,&quot;y&quot;:-3.058668386947222},{&quot;x&quot;:27.71715653047526,&quot;y&quot;:-0.7405560502243849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02f691ca-21cb-4bc7-82bc-dea15dade083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&quot;},&quot;isPremium&quot;:true},&quot;d5547cff-4d46-4e64-a063-a72a116e8f93&quot;:{&quot;type&quot;:&quot;FIGURE_OBJECT&quot;,&quot;id&quot;:&quot;d5547cff-4d46-4e64-a063-a72a116e8f93&quot;,&quot;name&quot;:&quot;dsDNA brush 2 (wavy) &quot;,&quot;relativeTransform&quot;:{&quot;translate&quot;:{&quot;x&quot;:-648.131428701216,&quot;y&quot;:-959.095963449297},&quot;rotate&quot;:0},&quot;opacity&quot;:1,&quot;source&quot;:{&quot;id&quot;:&quot;5ee8e281a8cc7b00af3291a9&quot;,&quot;type&quot;:&quot;ASSETS&quot;},&quot;path&quot;:{&quot;type&quot;:&quot;POLY_LINE&quot;,&quot;points&quot;:[{&quot;x&quot;:-18.760594754774637,&quot;y&quot;:-7.464966112362346},{&quot;x&quot;:-4.413562267629486,&quot;y&quot;:6.307912716235389},{&quot;x&quot;:18.760594754774637,&quot;y&quot;:7.464966112362346}],&quot;closed&quot;:false},&quot;pathStyles&quot;:[{&quot;type&quot;:&quot;FILL&quot;,&quot;fillStyle&quot;:&quot;rgba(0,0,0,0)&quot;},{&quot;type&quot;:&quot;STROKE&quot;,&quot;strokeStyle&quot;:&quot;rgba(0,0,0,0)&quot;,&quot;lineWidth&quot;:5.759409149189665,&quot;lineJoin&quot;:&quot;round&quot;}],&quot;pathSmoothing&quot;:{&quot;type&quot;:&quot;CATMULL_SMOOTHING&quot;,&quot;smoothing&quot;:0.2},&quot;pathPattern&quot;:{&quot;type&quot;:&quot;ROW&quot;,&quot;patternId&quot;:&quot;b26746a4-35e8-4290-babb-6cf3c739eea4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5&quot;},&quot;isPremium&quot;:true},&quot;27d1ec4b-232b-428f-b4f6-6648ebd18cbc&quot;:{&quot;type&quot;:&quot;FIGURE_OBJECT&quot;,&quot;id&quot;:&quot;27d1ec4b-232b-428f-b4f6-6648ebd18cbc&quot;,&quot;name&quot;:&quot;dsDNA brush 2 (wavy) &quot;,&quot;relativeTransform&quot;:{&quot;translate&quot;:{&quot;x&quot;:-620.4362187484107,&quot;y&quot;:-951.8598962699133},&quot;rotate&quot;:0},&quot;opacity&quot;:1,&quot;source&quot;:{&quot;id&quot;:&quot;5ee8e281a8cc7b00af3291a9&quot;,&quot;type&quot;:&quot;ASSETS&quot;},&quot;path&quot;:{&quot;type&quot;:&quot;POLY_LINE&quot;,&quot;points&quot;:[{&quot;x&quot;:5.324302099448735,&quot;y&quot;:-18.097047215234298},{&quot;x&quot;:5.324302099448735,&quot;y&quot;:-3.016174535872414},{&quot;x&quot;:-4.478265142136518,&quot;y&quot;:10.556610875553265},{&quot;x&quot;:-6.740396044040829,&quot;y&quot;:18.097047215234298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39a3b7a5-975b-4fcc-9afe-b1280c392ada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6&quot;},&quot;isPremium&quot;:true},&quot;83951ac2-6353-490a-a876-8376dd234a3f&quot;:{&quot;type&quot;:&quot;FIGURE_OBJECT&quot;,&quot;id&quot;:&quot;83951ac2-6353-490a-a876-8376dd234a3f&quot;,&quot;relativeTransform&quot;:{&quot;translate&quot;:{&quot;x&quot;:-674.9271441994191,&quot;y&quot;:-951.5403784255034},&quot;rotate&quot;:0},&quot;opacity&quot;:1,&quot;path&quot;:{&quot;type&quot;:&quot;POLY_LINE&quot;,&quot;points&quot;:[{&quot;x&quot;:1.0275699563444196,&quot;y&quot;:-32.29505577082412},{&quot;x&quot;:-31.561077230578032,&quot;y&quot;:27.76552740325788},{&quot;x&quot;:31.561077230578032,&quot;y&quot;:32.29505577082412}],&quot;closed&quot;:false},&quot;pathStyles&quot;:[{&quot;type&quot;:&quot;FILL&quot;,&quot;fillStyle&quot;:&quot;transparent&quot;},{&quot;type&quot;:&quot;STROKE&quot;,&quot;strokeStyle&quot;:&quot;#232323&quot;,&quot;lineWidth&quot;:0.8807742482952012,&quot;lineJoin&quot;:&quot;round&quot;,&quot;dashArray&quot;:[1.4471551325667869,1.4471551325667869]}],&quot;isLocked&quot;:false,&quot;parent&quot;:{&quot;type&quot;:&quot;CHILD&quot;,&quot;parentId&quot;:&quot;195f7d1c-4fa4-4d23-89c1-659cfb739b55&quot;,&quot;order&quot;:&quot;7&quot;}},&quot;4a0c469b-9a02-4551-9aae-39b117f5a415&quot;:{&quot;type&quot;:&quot;FIGURE_OBJECT&quot;,&quot;id&quot;:&quot;4a0c469b-9a02-4551-9aae-39b117f5a415&quot;,&quot;relativeTransform&quot;:{&quot;translate&quot;:{&quot;x&quot;:-639.5278858123617,&quot;y&quot;:-959.3802234850766},&quot;rotate&quot;:0},&quot;opacity&quot;:1,&quot;path&quot;:{&quot;type&quot;:&quot;ELLIPSE&quot;,&quot;size&quot;:{&quot;x&quot;:82.24230429494327,&quot;y&quot;:80.67779202115742}},&quot;pathStyles&quot;:[{&quot;type&quot;:&quot;FILL&quot;,&quot;fillStyle&quot;:&quot;rgba(0,0,0,0)&quot;},{&quot;type&quot;:&quot;STROKE&quot;,&quot;strokeStyle&quot;:&quot;rgba(23,23,23,1)&quot;,&quot;lineWidth&quot;:0.8807742482952012,&quot;lineJoin&quot;:&quot;round&quot;}],&quot;isLocked&quot;:false,&quot;parent&quot;:{&quot;type&quot;:&quot;CHILD&quot;,&quot;parentId&quot;:&quot;195f7d1c-4fa4-4d23-89c1-659cfb739b55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6abdda8-292c-4f5a-b14e-431911bedeb6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6abdda8-292c-4f5a-b14e-431911bedeb6&quot;:{&quot;type&quot;:&quot;FIGURE_OBJECT&quot;,&quot;id&quot;:&quot;76abdda8-292c-4f5a-b14e-431911bedeb6&quot;,&quot;relativeTransform&quot;:{&quot;translate&quot;:{&quot;x&quot;:-52.73400000000001,&quot;y&quot;:-104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cec6b0d629a499caa1820e"/>
  <p:tag name="SLIDEID" val="b2c6bbb4-888a-4f48-9c93-09180d365912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7cdd8625-ca91-475f-8bd7-ba28120e48f7&quot;:{&quot;id&quot;:&quot;7cdd8625-ca91-475f-8bd7-ba28120e48f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b2c6bbb4-888a-4f48-9c93-09180d365912&quot;,&quot;order&quot;:&quot;5&quot;}},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8b4c0c9f-8f90-43e1-92e8-ffb84b128d97&quot;:{&quot;id&quot;:&quot;8b4c0c9f-8f90-43e1-92e8-ffb84b128d97&quot;,&quot;type&quot;:&quot;FIGURE_OBJECT&quot;,&quot;relativeTransform&quot;:{&quot;translate&quot;:{&quot;x&quot;:-337.5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0]}],&quot;text&quot;:&quot;DMD Patient&quot;},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18]}],&quot;text&quot;:&quot;Blood/Urine Sample &quot;}],&quot;_lastCaretLocation&quot;:{&quot;lineIndex&quot;:1,&quot;runIndex&quot;:0,&quot;charIndex&quot;:11}},&quot;format&quot;:&quot;BETTER_TEXT&quot;,&quot;size&quot;:{&quot;x&quot;:179.00000000000003,&quot;y&quot;:46.599999999999994},&quot;targetSize&quot;:{&quot;x&quot;:179.00000000000003,&quot;y&quot;:46.599999999999994}},&quot;parent&quot;:{&quot;type&quot;:&quot;CHILD&quot;,&quot;parentId&quot;:&quot;b2c6bbb4-888a-4f48-9c93-09180d365912&quot;,&quot;order&quot;:&quot;02&quot;}},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3ec3c929-ff65-4edf-b54d-7b130228d388&quot;:{&quot;id&quot;:&quot;3ec3c929-ff65-4edf-b54d-7b130228d388&quot;,&quot;type&quot;:&quot;FIGURE_OBJECT&quot;,&quot;relativeTransform&quot;:{&quot;translate&quot;:{&quot;x&quot;:-113,&quot;y&quot;:-239.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black&quot;,&quot;fontWeight&quot;:&quot;bold&quot;,&quot;fontStyle&quot;:&quot;normal&quot;,&quot;decoration&quot;:&quot;none&quot;},&quot;range&quot;:[0,24]}],&quot;text&quot;:&quot;Plasma exosomes Isolation&quot;}],&quot;_lastCaretLocation&quot;:{&quot;lineIndex&quot;:0,&quot;runIndex&quot;:0,&quot;charIndex&quot;:6}},&quot;format&quot;:&quot;BETTER_TEXT&quot;,&quot;size&quot;:{&quot;x&quot;:202,&quot;y&quot;:46.599999999999994},&quot;targetSize&quot;:{&quot;x&quot;:202,&quot;y&quot;:46.599999999999994}},&quot;parent&quot;:{&quot;type&quot;:&quot;CHILD&quot;,&quot;parentId&quot;:&quot;b2c6bbb4-888a-4f48-9c93-09180d365912&quot;,&quot;order&quot;:&quot;05&quot;}},&quot;e0dbec9c-56c7-427e-a931-ece8d86e09e3&quot;:{&quot;type&quot;:&quot;FIGURE_OBJECT&quot;,&quot;id&quot;:&quot;e0dbec9c-56c7-427e-a931-ece8d86e09e3&quot;,&quot;relativeTransform&quot;:{&quot;translate&quot;:{&quot;x&quot;:85.97899999999998,&quot;y&quot;:-243.5},&quot;rotate&quot;:0,&quot;skewX&quot;:0,&quot;scale&quot;:{&quot;x&quot;:1,&quot;y&quot;:1}},&quot;opacity&quot;:1,&quot;path&quot;:{&quot;type&quot;:&quot;ARROW&quot;,&quot;size&quot;:{&quot;x&quot;:215.95799999999997,&quot;y&quot;:68},&quot;tipOffsetLeft&quot;:35,&quot;wingsOffsetRight&quot;:35},&quot;isLocked&quot;:false,&quot;pathStyles&quot;:[{&quot;type&quot;:&quot;FILL&quot;,&quot;fillStyle&quot;:&quot;rgba(63, 120, 193, 1)&quot;},{&quot;type&quot;:&quot;STROKE&quot;,&quot;strokeStyle&quot;:&quot;rgba(19,54,122,1)&quot;,&quot;lineWidth&quot;:2,&quot;lineJoin&quot;:&quot;round&quot;}],&quot;parent&quot;:{&quot;type&quot;:&quot;CHILD&quot;,&quot;parentId&quot;:&quot;b2c6bbb4-888a-4f48-9c93-09180d365912&quot;,&quot;order&quot;:&quot;06&quot;}},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195f7d1c-4fa4-4d23-89c1-659cfb739b55&quot;:{&quot;relativeTransform&quot;:{&quot;translate&quot;:{&quot;x&quot;:729.3279502576844,&quot;y&quot;:846.3322583804352},&quot;rotate&quot;:0,&quot;skewX&quot;:0,&quot;scale&quot;:{&quot;x&quot;:1,&quot;y&quot;:1}},&quot;type&quot;:&quot;FIGURE_OBJECT&quot;,&quot;id&quot;:&quot;195f7d1c-4fa4-4d23-89c1-659cfb739b55&quot;,&quot;parent&quot;:{&quot;type&quot;:&quot;CHILD&quot;,&quot;parentId&quot;:&quot;b2c6bbb4-888a-4f48-9c93-09180d365912&quot;,&quot;order&quot;:&quot;25&quot;},&quot;name&quot;:&quot;RNA extraction&quot;,&quot;displayName&quot;:&quot;RNA extraction&quot;,&quot;source&quot;:{&quot;id&quot;:&quot;60902039f8361e00a7c38ef3&quot;,&quot;type&quot;:&quot;ASSETS&quot;},&quot;isPremium&quot;:true},&quot;35b2fd26-128e-4ecc-905b-4a9ed5ae99b4&quot;:{&quot;type&quot;:&quot;FIGURE_OBJECT&quot;,&quot;id&quot;:&quot;35b2fd26-128e-4ecc-905b-4a9ed5ae99b4&quot;,&quot;name&quot;:&quot;Eppendorf tube (1/3 liquid, closed)&quot;,&quot;relativeTransform&quot;:{&quot;translate&quot;:{&quot;x&quot;:-707.8521117829374,&quot;y&quot;:-940.0329850989116},&quot;rotate&quot;:0,&quot;skewX&quot;:0,&quot;scale&quot;:{&quot;x&quot;:0.19618586503137672,&quot;y&quot;:0.19618586503137675}},&quot;opacity&quot;:1,&quot;image&quot;:{&quot;url&quot;:&quot;https://icons.biorender.com/biorender/5e41d9c2e250000028d2f72e/eppendorf-tube-1-3-closed.png&quot;,&quot;size&quot;:{&quot;x&quot;:162,&quot;y&quot;:352},&quot;isPremium&quot;:false,&quot;isPacked&quot;:true},&quot;source&quot;:{&quot;id&quot;:&quot;5e41d978e250000028d2f71e&quot;,&quot;type&quot;:&quot;ASSETS&quot;},&quot;pathStyles&quot;:[{&quot;type&quot;:&quot;FILL&quot;,&quot;fillStyle&quot;:&quot;rgb(0,0,0)&quot;}],&quot;isLocked&quot;:false,&quot;parent&quot;:{&quot;type&quot;:&quot;CHILD&quot;,&quot;parentId&quot;:&quot;195f7d1c-4fa4-4d23-89c1-659cfb739b55&quot;,&quot;order&quot;:&quot;05&quot;}},&quot;4a131f83-d625-4fe9-a11c-d9f1507d0c60&quot;:{&quot;type&quot;:&quot;FIGURE_OBJECT&quot;,&quot;id&quot;:&quot;4a131f83-d625-4fe9-a11c-d9f1507d0c60&quot;,&quot;relativeTransform&quot;:{&quot;translate&quot;:{&quot;x&quot;:-705.9118296137366,&quot;y&quot;:-952.6029499725403},&quot;rotate&quot;:0},&quot;opacity&quot;:0.75,&quot;path&quot;:{&quot;type&quot;:&quot;RECT&quot;,&quot;size&quot;:{&quot;x&quot;:12.27029815913519,&quot;y&quot;:25.12787481979796},&quot;cornerRounding&quot;:{&quot;type&quot;:&quot;ARC_LENGTH&quot;,&quot;global&quot;:0}},&quot;pathStyles&quot;:[{&quot;type&quot;:&quot;FILL&quot;,&quot;fillStyle&quot;:&quot;rgba(220, 226, 226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1&quot;}},&quot;908a76dd-9d35-46f4-8ebb-2d9dc83099fe&quot;:{&quot;type&quot;:&quot;FIGURE_OBJECT&quot;,&quot;id&quot;:&quot;908a76dd-9d35-46f4-8ebb-2d9dc83099fe&quot;,&quot;relativeTransform&quot;:{&quot;translate&quot;:{&quot;x&quot;:-705.9396297794893,&quot;y&quot;:-939.0903319063274},&quot;rotate&quot;:0},&quot;opacity&quot;:0.75,&quot;path&quot;:{&quot;type&quot;:&quot;RECT&quot;,&quot;size&quot;:{&quot;x&quot;:8.051623006150168,&quot;y&quot;:2.578465373570749},&quot;cornerRounding&quot;:{&quot;type&quot;:&quot;ARC_LENGTH&quot;,&quot;global&quot;:0}},&quot;pathStyles&quot;:[{&quot;type&quot;:&quot;FILL&quot;,&quot;fillStyle&quot;:&quot;rgba(203, 209, 209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&quot;}},&quot;80111e7a-2b64-4bc4-bc5e-08e157021113&quot;:{&quot;type&quot;:&quot;FIGURE_OBJECT&quot;,&quot;id&quot;:&quot;80111e7a-2b64-4bc4-bc5e-08e157021113&quot;,&quot;relativeTransform&quot;:{&quot;translate&quot;:{&quot;x&quot;:-705.9535298623658,&quot;y&quot;:-966.2510938467976},&quot;rotate&quot;:0},&quot;opacity&quot;:0.75,&quot;path&quot;:{&quot;type&quot;:&quot;RECT&quot;,&quot;size&quot;:{&quot;x&quot;:16.634924182322333,&quot;y&quot;:2.578465373570749},&quot;cornerRounding&quot;:{&quot;type&quot;:&quot;ARC_LENGTH&quot;,&quot;global&quot;:0}},&quot;pathStyles&quot;:[{&quot;type&quot;:&quot;FILL&quot;,&quot;fillStyle&quot;:&quot;rgba(197,201,201,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5&quot;}},&quot;9b68c513-692e-475c-a5cd-23b45c6a3d89&quot;:{&quot;type&quot;:&quot;FIGURE_OBJECT&quot;,&quot;id&quot;:&quot;9b68c513-692e-475c-a5cd-23b45c6a3d89&quot;,&quot;relativeTransform&quot;:{&quot;translate&quot;:{&quot;x&quot;:-705.7669688020839,&quot;y&quot;:-941.7021495882531},&quot;rotate&quot;:0},&quot;opacity&quot;:1,&quot;path&quot;:{&quot;type&quot;:&quot;RECT&quot;,&quot;size&quot;:{&quot;x&quot;:10.466762405923308,&quot;y&quot;:1.7722605667400027},&quot;cornerRounding&quot;:{&quot;type&quot;:&quot;ARC_LENGTH&quot;,&quot;global&quot;:0}},&quot;pathStyles&quot;:[{&quot;type&quot;:&quot;FILL&quot;,&quot;fillStyle&quot;:&quot;rgba(41,55,124,1)&quot;},{&quot;type&quot;:&quot;STROKE&quot;,&quot;strokeStyle&quot;:&quot;transparent&quot;,&quot;lineWidth&quot;:0,&quot;lineJoin&quot;:&quot;round&quot;,&quot;dashArray&quot;:[0,0]}],&quot;isLocked&quot;:false,&quot;parent&quot;:{&quot;type&quot;:&quot;CHILD&quot;,&quot;parentId&quot;:&quot;195f7d1c-4fa4-4d23-89c1-659cfb739b55&quot;,&quot;order&quot;:&quot;3&quot;}},&quot;af32cd2f-7d83-4819-bfe3-f3b173a63a55&quot;:{&quot;type&quot;:&quot;FIGURE_OBJECT&quot;,&quot;id&quot;:&quot;af32cd2f-7d83-4819-bfe3-f3b173a63a55&quot;,&quot;name&quot;:&quot;dsDNA brush 2 (wavy) &quot;,&quot;relativeTransform&quot;:{&quot;translate&quot;:{&quot;x&quot;:-640.1273142058535,&quot;y&quot;:-979.7595107267325},&quot;rotate&quot;:0},&quot;opacity&quot;:1,&quot;source&quot;:{&quot;id&quot;:&quot;5ee8e281a8cc7b00af3291a9&quot;,&quot;type&quot;:&quot;ASSETS&quot;},&quot;path&quot;:{&quot;type&quot;:&quot;POLY_LINE&quot;,&quot;points&quot;:[{&quot;x&quot;:-27.71715653047526,&quot;y&quot;:-0.7405560502243849},{&quot;x&quot;:-13.31863365750106,&quot;y&quot;:3.316140539040511},{&quot;x&quot;:12.598707513852483,&quot;y&quot;:-3.058668386947222},{&quot;x&quot;:27.71715653047526,&quot;y&quot;:-0.7405560502243849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02f691ca-21cb-4bc7-82bc-dea15dade083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&quot;},&quot;isPremium&quot;:true},&quot;d5547cff-4d46-4e64-a063-a72a116e8f93&quot;:{&quot;type&quot;:&quot;FIGURE_OBJECT&quot;,&quot;id&quot;:&quot;d5547cff-4d46-4e64-a063-a72a116e8f93&quot;,&quot;name&quot;:&quot;dsDNA brush 2 (wavy) &quot;,&quot;relativeTransform&quot;:{&quot;translate&quot;:{&quot;x&quot;:-648.131428701216,&quot;y&quot;:-959.095963449297},&quot;rotate&quot;:0},&quot;opacity&quot;:1,&quot;source&quot;:{&quot;id&quot;:&quot;5ee8e281a8cc7b00af3291a9&quot;,&quot;type&quot;:&quot;ASSETS&quot;},&quot;path&quot;:{&quot;type&quot;:&quot;POLY_LINE&quot;,&quot;points&quot;:[{&quot;x&quot;:-18.760594754774637,&quot;y&quot;:-7.464966112362346},{&quot;x&quot;:-4.413562267629486,&quot;y&quot;:6.307912716235389},{&quot;x&quot;:18.760594754774637,&quot;y&quot;:7.464966112362346}],&quot;closed&quot;:false},&quot;pathStyles&quot;:[{&quot;type&quot;:&quot;FILL&quot;,&quot;fillStyle&quot;:&quot;rgba(0,0,0,0)&quot;},{&quot;type&quot;:&quot;STROKE&quot;,&quot;strokeStyle&quot;:&quot;rgba(0,0,0,0)&quot;,&quot;lineWidth&quot;:5.759409149189665,&quot;lineJoin&quot;:&quot;round&quot;}],&quot;pathSmoothing&quot;:{&quot;type&quot;:&quot;CATMULL_SMOOTHING&quot;,&quot;smoothing&quot;:0.2},&quot;pathPattern&quot;:{&quot;type&quot;:&quot;ROW&quot;,&quot;patternId&quot;:&quot;b26746a4-35e8-4290-babb-6cf3c739eea4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5&quot;},&quot;isPremium&quot;:true},&quot;27d1ec4b-232b-428f-b4f6-6648ebd18cbc&quot;:{&quot;type&quot;:&quot;FIGURE_OBJECT&quot;,&quot;id&quot;:&quot;27d1ec4b-232b-428f-b4f6-6648ebd18cbc&quot;,&quot;name&quot;:&quot;dsDNA brush 2 (wavy) &quot;,&quot;relativeTransform&quot;:{&quot;translate&quot;:{&quot;x&quot;:-620.4362187484107,&quot;y&quot;:-951.8598962699133},&quot;rotate&quot;:0},&quot;opacity&quot;:1,&quot;source&quot;:{&quot;id&quot;:&quot;5ee8e281a8cc7b00af3291a9&quot;,&quot;type&quot;:&quot;ASSETS&quot;},&quot;path&quot;:{&quot;type&quot;:&quot;POLY_LINE&quot;,&quot;points&quot;:[{&quot;x&quot;:5.324302099448735,&quot;y&quot;:-18.097047215234298},{&quot;x&quot;:5.324302099448735,&quot;y&quot;:-3.016174535872414},{&quot;x&quot;:-4.478265142136518,&quot;y&quot;:10.556610875553265},{&quot;x&quot;:-6.740396044040829,&quot;y&quot;:18.097047215234298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39a3b7a5-975b-4fcc-9afe-b1280c392ada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6&quot;},&quot;isPremium&quot;:true},&quot;83951ac2-6353-490a-a876-8376dd234a3f&quot;:{&quot;type&quot;:&quot;FIGURE_OBJECT&quot;,&quot;id&quot;:&quot;83951ac2-6353-490a-a876-8376dd234a3f&quot;,&quot;relativeTransform&quot;:{&quot;translate&quot;:{&quot;x&quot;:-674.9271441994191,&quot;y&quot;:-951.5403784255034},&quot;rotate&quot;:0},&quot;opacity&quot;:1,&quot;path&quot;:{&quot;type&quot;:&quot;POLY_LINE&quot;,&quot;points&quot;:[{&quot;x&quot;:1.0275699563444196,&quot;y&quot;:-32.29505577082412},{&quot;x&quot;:-31.561077230578032,&quot;y&quot;:27.76552740325788},{&quot;x&quot;:31.561077230578032,&quot;y&quot;:32.29505577082412}],&quot;closed&quot;:false},&quot;pathStyles&quot;:[{&quot;type&quot;:&quot;FILL&quot;,&quot;fillStyle&quot;:&quot;transparent&quot;},{&quot;type&quot;:&quot;STROKE&quot;,&quot;strokeStyle&quot;:&quot;#232323&quot;,&quot;lineWidth&quot;:0.8807742482952012,&quot;lineJoin&quot;:&quot;round&quot;,&quot;dashArray&quot;:[1.4471551325667869,1.4471551325667869]}],&quot;isLocked&quot;:false,&quot;parent&quot;:{&quot;type&quot;:&quot;CHILD&quot;,&quot;parentId&quot;:&quot;195f7d1c-4fa4-4d23-89c1-659cfb739b55&quot;,&quot;order&quot;:&quot;7&quot;}},&quot;4a0c469b-9a02-4551-9aae-39b117f5a415&quot;:{&quot;type&quot;:&quot;FIGURE_OBJECT&quot;,&quot;id&quot;:&quot;4a0c469b-9a02-4551-9aae-39b117f5a415&quot;,&quot;relativeTransform&quot;:{&quot;translate&quot;:{&quot;x&quot;:-639.5278858123617,&quot;y&quot;:-959.3802234850766},&quot;rotate&quot;:0},&quot;opacity&quot;:1,&quot;path&quot;:{&quot;type&quot;:&quot;ELLIPSE&quot;,&quot;size&quot;:{&quot;x&quot;:82.24230429494327,&quot;y&quot;:80.67779202115742}},&quot;pathStyles&quot;:[{&quot;type&quot;:&quot;FILL&quot;,&quot;fillStyle&quot;:&quot;rgba(0,0,0,0)&quot;},{&quot;type&quot;:&quot;STROKE&quot;,&quot;strokeStyle&quot;:&quot;rgba(23,23,23,1)&quot;,&quot;lineWidth&quot;:0.8807742482952012,&quot;lineJoin&quot;:&quot;round&quot;}],&quot;isLocked&quot;:false,&quot;parent&quot;:{&quot;type&quot;:&quot;CHILD&quot;,&quot;parentId&quot;:&quot;195f7d1c-4fa4-4d23-89c1-659cfb739b55&quot;,&quot;order&quot;:&quot;8&quot;}},&quot;a5ffdd3e-7e08-4c8b-8f01-3c01535e9de6&quot;:{&quot;id&quot;:&quot;a5ffdd3e-7e08-4c8b-8f01-3c01535e9de6&quot;,&quot;type&quot;:&quot;FIGURE_OBJECT&quot;,&quot;relativeTransform&quot;:{&quot;translate&quot;:{&quot;x&quot;:93.479,&quot;y&quot;:-241.94633333333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8.666666666666664,&quot;color&quot;:&quot;rgba(255,255,255,1)&quot;,&quot;fontWeight&quot;:&quot;bold&quot;,&quot;fontStyle&quot;:&quot;normal&quot;,&quot;decoration&quot;:&quot;none&quot;},&quot;range&quot;:[0,1]},{&quot;range&quot;:[2,24],&quot;style&quot;:{&quot;fontWeight&quot;:&quot;normal&quot;,&quot;fontStyle&quot;:&quot;normal&quot;,&quot;fontSize&quot;:18.666666666666664,&quot;fontFamily&quot;:&quot;Roboto&quot;,&quot;color&quot;:&quot;rgba(255,255,255,1)&quot;,&quot;decoration&quot;:&quot;none&quot;}}],&quot;text&quot;:&quot; Quantitate exosome cargo&quot;}],&quot;_lastCaretLocation&quot;:{&quot;lineIndex&quot;:0,&quot;runIndex&quot;:-1,&quot;charIndex&quot;:-1,&quot;endOfLine&quot;:true}},&quot;format&quot;:&quot;BETTER_TEXT&quot;,&quot;size&quot;:{&quot;x&quot;:188.95800000000003,&quot;y&quot;:43.093333333333334},&quot;targetSize&quot;:{&quot;x&quot;:188.95800000000003,&quot;y&quot;:43.093333333333334}},&quot;parent&quot;:{&quot;type&quot;:&quot;CHILD&quot;,&quot;parentId&quot;:&quot;b2c6bbb4-888a-4f48-9c93-09180d365912&quot;,&quot;order&quot;:&quot;26&quot;}},&quot;1bb76ddb-aed8-4467-b689-f4e6e68e44fa&quot;:{&quot;type&quot;:&quot;FIGURE_OBJECT&quot;,&quot;id&quot;:&quot;1bb76ddb-aed8-4467-b689-f4e6e68e44fa&quot;,&quot;relativeTransform&quot;:{&quot;translate&quot;:{&quot;x&quot;:297,&quot;y&quot;:-243.5},&quot;rotate&quot;:0,&quot;skewX&quot;:0,&quot;scale&quot;:{&quot;x&quot;:1,&quot;y&quot;:1}},&quot;opacity&quot;:1,&quot;path&quot;:{&quot;type&quot;:&quot;ARROW&quot;,&quot;size&quot;:{&quot;x&quot;:242,&quot;y&quot;:68},&quot;tipOffsetLeft&quot;:35,&quot;wingsOffsetRight&quot;:35},&quot;isLocked&quot;:false,&quot;pathStyles&quot;:[{&quot;type&quot;:&quot;FILL&quot;,&quot;fillStyle&quot;:&quot;rgba(41, 56, 111, 1)&quot;},{&quot;type&quot;:&quot;STROKE&quot;,&quot;strokeStyle&quot;:&quot;rgba(11, 16, 60, 1)&quot;,&quot;lineWidth&quot;:2,&quot;lineJoin&quot;:&quot;round&quot;}],&quot;parent&quot;:{&quot;type&quot;:&quot;CHILD&quot;,&quot;parentId&quot;:&quot;b2c6bbb4-888a-4f48-9c93-09180d365912&quot;,&quot;order&quot;:&quot;27&quot;}},&quot;d6e25d55-0ab7-44d2-9b56-aa4233f32eb0&quot;:{&quot;id&quot;:&quot;d6e25d55-0ab7-44d2-9b56-aa4233f32eb0&quot;,&quot;type&quot;:&quot;FIGURE_OBJECT&quot;,&quot;relativeTransform&quot;:{&quot;translate&quot;:{&quot;x&quot;:308,&quot;y&quot;:-243.4999999999999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7.333333333333332,&quot;color&quot;:&quot;rgba(255,255,255,1)&quot;,&quot;fontWeight&quot;:&quot;normal&quot;,&quot;fontStyle&quot;:&quot;normal&quot;,&quot;decoration&quot;:&quot;none&quot;},&quot;range&quot;:[0,35]}],&quot;text&quot;:&quot;Profiling and Computational analysis&quot;,&quot;baseStyle&quot;:{&quot;fontFamily&quot;:&quot;Roboto&quot;,&quot;fontSize&quot;:17.333333333333332,&quot;color&quot;:&quot;rgba(255,255,255,1)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92.00000000000003,&quot;y&quot;:46.19999999999999},&quot;targetSize&quot;:{&quot;x&quot;:192.00000000000003,&quot;y&quot;:46.19999999999999}},&quot;parent&quot;:{&quot;type&quot;:&quot;CHILD&quot;,&quot;parentId&quot;:&quot;b2c6bbb4-888a-4f48-9c93-09180d365912&quot;,&quot;order&quot;:&quot;3&quot;}},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76abdda8-292c-4f5a-b14e-431911bedeb6&quot;:{&quot;type&quot;:&quot;FIGURE_OBJECT&quot;,&quot;id&quot;:&quot;76abdda8-292c-4f5a-b14e-431911bedeb6&quot;,&quot;relativeTransform&quot;:{&quot;translate&quot;:{&quot;x&quot;:-52.73400000000001,&quot;y&quot;:-104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8be43160-b2f2-4b7a-9590-7e8d2ae1574e&quot;:{&quot;type&quot;:&quot;FIGURE_OBJECT&quot;,&quot;id&quot;:&quot;8be43160-b2f2-4b7a-9590-7e8d2ae1574e&quot;,&quot;relativeTransform&quot;:{&quot;translate&quot;:{&quot;x&quot;:248,&quot;y&quot;:-109.038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a357cf7b-4d42-4f6f-bb03-acd26aea7266&quot;:{&quot;id&quot;:&quot;a357cf7b-4d42-4f6f-bb03-acd26aea7266&quot;,&quot;type&quot;:&quot;FIGURE_OBJECT&quot;,&quot;relativeTransform&quot;:{&quot;translate&quot;:{&quot;x&quot;:-158.28942877197267,&quot;y&quot;:14.55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33]}],&quot;text&quot;:&quot;Ultracentrifuge exosomes isolation&quot;}],&quot;_lastCaretLocation&quot;:{&quot;lineIndex&quot;:0,&quot;runIndex&quot;:0,&quot;charIndex&quot;:24}},&quot;format&quot;:&quot;BETTER_TEXT&quot;,&quot;size&quot;:{&quot;x&quot;:147.42114245605472,&quot;y&quot;:55.16},&quot;targetSize&quot;:{&quot;x&quot;:147.42114245605472,&quot;y&quot;:55.16}},&quot;parent&quot;:{&quot;type&quot;:&quot;CHILD&quot;,&quot;parentId&quot;:&quot;b2c6bbb4-888a-4f48-9c93-09180d365912&quot;,&quot;order&quot;:&quot;42&quot;}},&quot;76f9db88-879a-403b-982d-4df878abcaa2&quot;:{&quot;id&quot;:&quot;76f9db88-879a-403b-982d-4df878abcaa2&quot;,&quot;type&quot;:&quot;FIGURE_OBJECT&quot;,&quot;relativeTransform&quot;:{&quot;translate&quot;:{&quot;x&quot;:183.58657122802737,&quot;y&quot;:-120.5379999999999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2]}],&quot;text&quot;:&quot;RNA Isolation&quot;,&quot;baseStyle&quot;:{&quot;fontFamily&quot;:&quot;Roboto&quot;,&quot;fontSize&quot;:1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18}},&quot;format&quot;:&quot;BETTER_TEXT&quot;,&quot;size&quot;:{&quot;x&quot;:104.44914245605469,&quot;y&quot;:21},&quot;targetSize&quot;:{&quot;x&quot;:104.44914245605469,&quot;y&quot;:21}},&quot;parent&quot;:{&quot;type&quot;:&quot;CHILD&quot;,&quot;parentId&quot;:&quot;b2c6bbb4-888a-4f48-9c93-09180d365912&quot;,&quot;order&quot;:&quot;45&quot;}},&quot;c7c7c86d-30e6-4b20-b898-d65dfcf3fb91&quot;:{&quot;id&quot;:&quot;c7c7c86d-30e6-4b20-b898-d65dfcf3fb91&quot;,&quot;type&quot;:&quot;FIGURE_OBJECT&quot;,&quot;relativeTransform&quot;:{&quot;translate&quot;:{&quot;x&quot;:366.70102349853516,&quot;y&quot;:-56.83233333333332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7.333333333333332,&quot;color&quot;:&quot;rgba(49,126,194,1)&quot;,&quot;fontWeight&quot;:&quot;bold&quot;,&quot;fontStyle&quot;:&quot;normal&quot;,&quot;decoration&quot;:&quot;none&quot;},&quot;range&quot;:[0,13]}],&quot;text&quot;:&quot;RNA-sequencing&quot;,&quot;baseStyle&quot;:{&quot;fontFamily&quot;:&quot;Roboto&quot;,&quot;fontSize&quot;:17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141.2200469970703,&quot;y&quot;:28.093333333333337},&quot;targetSize&quot;:{&quot;x&quot;:141.2200469970703,&quot;y&quot;:28.093333333333337}},&quot;parent&quot;:{&quot;type&quot;:&quot;CHILD&quot;,&quot;parentId&quot;:&quot;b2c6bbb4-888a-4f48-9c93-09180d365912&quot;,&quot;order&quot;:&quot;5&quot;}},&quot;41565150-6561-4aa0-a079-5d8328257de5&quot;:{&quot;id&quot;:&quot;41565150-6561-4aa0-a079-5d8328257de5&quot;,&quot;type&quot;:&quot;FIGURE_OBJECT&quot;,&quot;relativeTransform&quot;:{&quot;translate&quot;:{&quot;x&quot;:358,&quot;y&quot;:-15.99988409047066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,&quot;script&quot;:&quot;none&quot;},&quot;range&quot;:[0,46]}],&quot;text&quot;:&quot;Identification of differentially expressed mRNA&quot;}],&quot;_lastCaretLocation&quot;:{&quot;lineIndex&quot;:0,&quot;runIndex&quot;:-1,&quot;charIndex&quot;:-1,&quot;endOfLine&quot;:true}},&quot;format&quot;:&quot;BETTER_TEXT&quot;,&quot;size&quot;:{&quot;x&quot;:171,&quot;y&quot;:62},&quot;targetSize&quot;:{&quot;x&quot;:171,&quot;y&quot;:62}},&quot;parent&quot;:{&quot;type&quot;:&quot;CHILD&quot;,&quot;parentId&quot;:&quot;b2c6bbb4-888a-4f48-9c93-09180d365912&quot;,&quot;order&quot;:&quot;51&quot;}},&quot;d37e7d63-0d25-4c00-b173-d7e17f10e8e1&quot;:{&quot;id&quot;:&quot;d37e7d63-0d25-4c00-b173-d7e17f10e8e1&quot;,&quot;type&quot;:&quot;FIGURE_OBJECT&quot;,&quot;relativeTransform&quot;:{&quot;translate&quot;:{&quot;x&quot;:-338.5004287719727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1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2&quot;}},&quot;a542e8f0-23bf-4b50-ad3f-3e8061b158b1&quot;:{&quot;id&quot;:&quot;a542e8f0-23bf-4b50-ad3f-3e8061b158b1&quot;,&quot;type&quot;:&quot;FIGURE_OBJECT&quot;,&quot;relativeTransform&quot;:{&quot;translate&quot;:{&quot;x&quot;:-125.30342877197268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2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3&quot;}},&quot;454e5572-55b5-45e6-9645-c0bf1b093e68&quot;:{&quot;id&quot;:&quot;454e5572-55b5-45e6-9645-c0bf1b093e68&quot;,&quot;type&quot;:&quot;FIGURE_OBJECT&quot;,&quot;relativeTransform&quot;:{&quot;translate&quot;:{&quot;x&quot;:87.8935712280273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3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5&quot;}},&quot;0a77d894-b472-44b0-81fb-e169a4f00b9d&quot;:{&quot;id&quot;:&quot;0a77d894-b472-44b0-81fb-e169a4f00b9d&quot;,&quot;type&quot;:&quot;FIGURE_OBJECT&quot;,&quot;relativeTransform&quot;:{&quot;translate&quot;:{&quot;x&quot;:307.9995712280273,&quot;y&quot;:-292.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8.666666666666664,&quot;color&quot;:&quot;black&quot;,&quot;fontWeight&quot;:&quot;normal&quot;,&quot;fontStyle&quot;:&quot;normal&quot;,&quot;decoration&quot;:&quot;none&quot;},&quot;range&quot;:[0,5]}],&quot;text&quot;:&quot;Step 4&quot;}],&quot;_lastCaretLocation&quot;:{&quot;lineIndex&quot;:0,&quot;runIndex&quot;:-1,&quot;charIndex&quot;:-1,&quot;endOfLine&quot;:true}},&quot;format&quot;:&quot;BETTER_TEXT&quot;,&quot;size&quot;:{&quot;x&quot;:63.44914245605469,&quot;y&quot;:28},&quot;targetSize&quot;:{&quot;x&quot;:63.44914245605469,&quot;y&quot;:28}},&quot;parent&quot;:{&quot;type&quot;:&quot;CHILD&quot;,&quot;parentId&quot;:&quot;b2c6bbb4-888a-4f48-9c93-09180d365912&quot;,&quot;order&quot;:&quot;56&quot;}},&quot;9e05bfaf-8ed2-423e-b90e-cbd73986dc2a&quot;:{&quot;type&quot;:&quot;FIGURE_OBJECT&quot;,&quot;id&quot;:&quot;9e05bfaf-8ed2-423e-b90e-cbd73986dc2a&quot;,&quot;relativeTransform&quot;:{&quot;translate&quot;:{&quot;x&quot;:-41.929,&quot;y&quot;:68.924},&quot;rotate&quot;:0,&quot;skewX&quot;:0,&quot;scale&quot;:{&quot;x&quot;:1,&quot;y&quot;:1}},&quot;opacity&quot;:1,&quot;path&quot;:{&quot;type&quot;:&quot;POLY_LINE&quot;,&quot;points&quot;:[{&quot;x&quot;:-71,&quot;y&quot;:-100.5},{&quot;x&quot;:56,&quot;y&quot;:81.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57&quot;},&quot;connectorInfo&quot;:{&quot;connectedObjects&quot;:[],&quot;type&quot;:&quot;LINE&quot;,&quot;offset&quot;:{&quot;x&quot;:0,&quot;y&quot;:0},&quot;bending&quot;:0.1,&quot;firstElementIsHead&quot;:true,&quot;customized&quot;:false}},&quot;a9faad3a-42ac-4dc4-8cab-dbc311ecb437&quot;:{&quot;type&quot;:&quot;FIGURE_OBJECT&quot;,&quot;id&quot;:&quot;a9faad3a-42ac-4dc4-8cab-dbc311ecb437&quot;,&quot;name&quot;:&quot;Eppendorf tube (2/3 liquid, closed)&quot;,&quot;relativeTransform&quot;:{&quot;translate&quot;:{&quot;x&quot;:31.760319357616453,&quot;y&quot;:171.77012030798403},&quot;rotate&quot;:0,&quot;skewX&quot;:0,&quot;scale&quot;:{&quot;x&quot;:0.1728590943192681,&quot;y&quot;:0.1728590943192681}},&quot;opacity&quot;:1,&quot;image&quot;:{&quot;url&quot;:&quot;https://icons.biorender.com/biorender/5e41da09e250000028d2f75d/eppendorf-tube-2-3-closed.png&quot;,&quot;size&quot;:{&quot;x&quot;:162,&quot;y&quot;:352},&quot;isPremium&quot;:false},&quot;source&quot;:{&quot;id&quot;:&quot;5e41d9e1e250000028d2f747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&quot;}},&quot;544ca4f1-4d6c-4e5b-b005-006784366118&quot;:{&quot;type&quot;:&quot;FIGURE_OBJECT&quot;,&quot;id&quot;:&quot;544ca4f1-4d6c-4e5b-b005-006784366118&quot;,&quot;name&quot;:&quot;Zoomed callout (circle, line tail, long)&quot;,&quot;relativeTransform&quot;:{&quot;translate&quot;:{&quot;x&quot;:89.26333167377717,&quot;y&quot;:150.63649392476984},&quot;rotate&quot;:0.451770514803181,&quot;skewX&quot;:0,&quot;scale&quot;:{&quot;x&quot;:1,&quot;y&quot;:1}},&quot;opacity&quot;:1,&quot;source&quot;:{&quot;id&quot;:&quot;5f1b4538c0abaf00b1f7ed94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1&quot;}},&quot;1e6f559b-ac58-4818-9eee-7c9da364270e&quot;:{&quot;type&quot;:&quot;FIGURE_OBJECT&quot;,&quot;id&quot;:&quot;1e6f559b-ac58-4818-9eee-7c9da364270e&quot;,&quot;relativeTransform&quot;:{&quot;translate&quot;:{&quot;x&quot;:-13.232118372342859,&quot;y&quot;:15.241825692554148},&quot;rotate&quot;:-1.5707963267948966},&quot;opacity&quot;:0.75,&quot;path&quot;:{&quot;type&quot;:&quot;POLY_LINE&quot;,&quot;points&quot;:[{&quot;x&quot;:19.701339351461403,&quot;y&quot;:-15.465346713603484},{&quot;x&quot;:-19.701339351461403,&quot;y&quot;:-23.13466237305908},{&quot;x&quot;:-14.035707749895913,&quot;y&quot;:23.13466237305908}],&quot;closed&quot;:false},&quot;pathStyles&quot;:[{&quot;type&quot;:&quot;FILL&quot;,&quot;fillStyle&quot;:&quot;transparent&quot;},{&quot;type&quot;:&quot;STROKE&quot;,&quot;strokeStyle&quot;:&quot;#232323&quot;,&quot;lineWidth&quot;:0.7024163482004256,&quot;lineJoin&quot;:&quot;round&quot;,&quot;dashArray&quot;:[1.9836555500893165,1.9836555500893165]}],&quot;isLocked&quot;:false,&quot;parent&quot;:{&quot;type&quot;:&quot;CHILD&quot;,&quot;parentId&quot;:&quot;544ca4f1-4d6c-4e5b-b005-006784366118&quot;,&quot;order&quot;:&quot;2&quot;}},&quot;4872d5a7-8017-47ca-ba32-03e32b128a5b&quot;:{&quot;type&quot;:&quot;FIGURE_OBJECT&quot;,&quot;id&quot;:&quot;4872d5a7-8017-47ca-ba32-03e32b128a5b&quot;,&quot;relativeTransform&quot;:{&quot;translate&quot;:{&quot;x&quot;:3.994585493105157,&quot;y&quot;:-2.570969791718617},&quot;rotate&quot;:2.220058808536788e-15,&quot;skewX&quot;:1.577721810442024e-30},&quot;opacity&quot;:0.75,&quot;path&quot;:{&quot;type&quot;:&quot;ELLIPSE&quot;,&quot;size&quot;:{&quot;x&quot;:64.74439050459362,&quot;y&quot;:64.74439050459374}},&quot;pathStyles&quot;:[{&quot;type&quot;:&quot;FILL&quot;,&quot;fillStyle&quot;:&quot;rgba(238,244,251,0.5)&quot;},{&quot;type&quot;:&quot;STROKE&quot;,&quot;strokeStyle&quot;:&quot;rgba(23,23,23,1)&quot;,&quot;lineWidth&quot;:0.7024163482004259,&quot;lineJoin&quot;:&quot;round&quot;}],&quot;isLocked&quot;:false,&quot;parent&quot;:{&quot;type&quot;:&quot;CHILD&quot;,&quot;parentId&quot;:&quot;544ca4f1-4d6c-4e5b-b005-006784366118&quot;,&quot;order&quot;:&quot;5&quot;}},&quot;9720d3c3-c03e-4c42-a7d9-147a397b57ef&quot;:{&quot;type&quot;:&quot;FIGURE_OBJECT&quot;,&quot;id&quot;:&quot;9720d3c3-c03e-4c42-a7d9-147a397b57ef&quot;,&quot;name&quot;:&quot;Generic protein (ball)&quot;,&quot;relativeTransform&quot;:{&quot;translate&quot;:{&quot;x&quot;:74.45880806656723,&quot;y&quot;:148.68113965724305},&quot;rotate&quot;:-0.32201093002389514,&quot;skewX&quot;:-4.8238445075498135e-17,&quot;scale&quot;:{&quot;x&quot;:0.023704374006009766,&quot;y&quot;:0.023704374006009745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2&quot;}},&quot;906ea4b0-69b3-4858-84ba-26aa06da8a02&quot;:{&quot;type&quot;:&quot;FIGURE_OBJECT&quot;,&quot;id&quot;:&quot;906ea4b0-69b3-4858-84ba-26aa06da8a02&quot;,&quot;name&quot;:&quot;Generic protein (ball)&quot;,&quot;relativeTransform&quot;:{&quot;translate&quot;:{&quot;x&quot;:93.54265597045219,&quot;y&quot;:169.9455580029595},&quot;rotate&quot;:0.22664300901330653,&quot;skewX&quot;:0,&quot;scale&quot;:{&quot;x&quot;:0.023704374006009752,&quot;y&quot;:0.023704374006009752}},&quot;opacity&quot;:1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5&quot;}},&quot;7409a885-318a-4ea9-8ede-3d88f94b75e3&quot;:{&quot;type&quot;:&quot;FIGURE_OBJECT&quot;,&quot;id&quot;:&quot;7409a885-318a-4ea9-8ede-3d88f94b75e3&quot;,&quot;name&quot;:&quot;Generic protein (ball)&quot;,&quot;relativeTransform&quot;:{&quot;translate&quot;:{&quot;x&quot;:106.21038961443645,&quot;y&quot;:139.5782632587548},&quot;rotate&quot;:0.1621463420024194,&quot;skewX&quot;:-5.830795720966303e-17,&quot;scale&quot;:{&quot;x&quot;:0.018672043884632047,&quot;y&quot;:0.01867204388463205}},&quot;opacity&quot;:0.6,&quot;image&quot;:{&quot;url&quot;:&quot;https://icons.biorender.com/biorender/5f5003bb78482a0026a94de0/generic-protein-ball.png&quot;,&quot;size&quot;:{&quot;x&quot;:354,&quot;y&quot;:354},&quot;isPremium&quot;:false},&quot;source&quot;:{&quot;id&quot;:&quot;5b33d1441b9d67001413a55e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6&quot;}},&quot;b5b99e43-898d-4118-a7f0-99e4be74ad0e&quot;:{&quot;type&quot;:&quot;FIGURE_OBJECT&quot;,&quot;id&quot;:&quot;b5b99e43-898d-4118-a7f0-99e4be74ad0e&quot;,&quot;name&quot;:&quot;Generic protein (with groove 3)&quot;,&quot;relativeTransform&quot;:{&quot;translate&quot;:{&quot;x&quot;:109.9337694454496,&quot;y&quot;:154.872646464416},&quot;rotate&quot;:0.5268397787691186,&quot;skewX&quot;:0,&quot;scale&quot;:{&quot;x&quot;:0.035130396142722224,&quot;y&quot;:0.03513039614272225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67&quot;}},&quot;7ab44097-162a-464c-a1b2-ee60e52c9448&quot;:{&quot;type&quot;:&quot;FIGURE_OBJECT&quot;,&quot;id&quot;:&quot;7ab44097-162a-464c-a1b2-ee60e52c9448&quot;,&quot;name&quot;:&quot;Generic protein (with groove 3)&quot;,&quot;relativeTransform&quot;:{&quot;translate&quot;:{&quot;x&quot;:86.25676926879639,&quot;y&quot;:133.67557762633828},&quot;rotate&quot;:-0.3073509242645662,&quot;skewX&quot;:8.992797519250369e-16,&quot;scale&quot;:{&quot;x&quot;:0.03384305281731009,&quot;y&quot;:0.03384305281731}},&quot;opacity&quot;:1,&quot;image&quot;:{&quot;url&quot;:&quot;https://icons.biorender.com/biorender/5f500b5be47b4e0027829e2e/generic-protein-with-groove-3.png&quot;,&quot;size&quot;:{&quot;x&quot;:291,&quot;y&quot;:351},&quot;isPremium&quot;:false},&quot;source&quot;:{&quot;id&quot;:&quot;5c9beba92e67373300b2a6bd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&quot;}},&quot;3243bfc1-235b-4289-85d9-132e9e130c5b&quot;:{&quot;type&quot;:&quot;FIGURE_OBJECT&quot;,&quot;id&quot;:&quot;3243bfc1-235b-4289-85d9-132e9e130c5b&quot;,&quot;relativeTransform&quot;:{&quot;translate&quot;:{&quot;x&quot;:204.21753244203575,&quot;y&quot;:188.91435489004633},&quot;rotate&quot;:0,&quot;skewX&quot;:0,&quot;scale&quot;:{&quot;x&quot;:1,&quot;y&quot;:1}},&quot;opacity&quot;:1,&quot;path&quot;:{&quot;type&quot;:&quot;POLY_LINE&quot;,&quot;points&quot;:[{&quot;x&quot;:-61.89457160098641,&quot;y&quot;:0},{&quot;x&quot;:39.89457160098641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71&quot;},&quot;connectorInfo&quot;:{&quot;connectedObjects&quot;:[],&quot;type&quot;:&quot;LINE&quot;,&quot;offset&quot;:{&quot;x&quot;:0,&quot;y&quot;:0},&quot;bending&quot;:0.1,&quot;firstElementIsHead&quot;:true,&quot;customized&quot;:false}},&quot;cca0fc33-8497-44a0-bc66-5308e1156de5&quot;:{&quot;id&quot;:&quot;cca0fc33-8497-44a0-bc66-5308e1156de5&quot;,&quot;type&quot;:&quot;FIGURE_OBJECT&quot;,&quot;relativeTransform&quot;:{&quot;translate&quot;:{&quot;x&quot;:366.70149922923804,&quot;y&quot;:259.229341140320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7],&quot;style&quot;:{&quot;fontWeight&quot;:&quot;bold&quot;,&quot;fontStyle&quot;:&quot;normal&quot;,&quot;fontSize&quot;:17.333333333333332,&quot;fontFamily&quot;:&quot;Roboto&quot;,&quot;color&quot;:&quot;rgba(49,126,194,1)&quot;,&quot;decoration&quot;:&quot;none&quot;}}],&quot;text&quot;:&quot;LC-MS-MS&quot;,&quot;baseStyle&quot;:{&quot;fontFamily&quot;:&quot;Roboto&quot;,&quot;fontSize&quot;:17.333333333333332,&quot;color&quot;:&quot;rgba(49,126,194,1)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95.21733879419322,&quot;y&quot;:25.458158576900896},&quot;targetSize&quot;:{&quot;x&quot;:95.21733879419322,&quot;y&quot;:25.458158576900896}},&quot;parent&quot;:{&quot;type&quot;:&quot;CHILD&quot;,&quot;parentId&quot;:&quot;b2c6bbb4-888a-4f48-9c93-09180d365912&quot;,&quot;order&quot;:&quot;72&quot;}},&quot;73b07518-9b1a-4c09-80b8-ef1574569e7b&quot;:{&quot;id&quot;:&quot;73b07518-9b1a-4c09-80b8-ef1574569e7b&quot;,&quot;type&quot;:&quot;FIGURE_OBJECT&quot;,&quot;relativeTransform&quot;:{&quot;translate&quot;:{&quot;x&quot;:333.2578621912045,&quot;y&quot;:305.324007480429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Weight&quot;:&quot;bold&quot;,&quot;fontStyle&quot;:&quot;normal&quot;,&quot;fontSize&quot;:16,&quot;fontFamily&quot;:&quot;Roboto&quot;,&quot;color&quot;:&quot;black&quot;,&quot;decoration&quot;:&quot;none&quot;},&quot;range&quot;:[0,53]}],&quot;text&quot;:&quot;Mass spectrometry detection for the proteomic analysis&quot;}],&quot;_lastCaretLocation&quot;:{&quot;lineIndex&quot;:0,&quot;runIndex&quot;:0,&quot;charIndex&quot;:1}},&quot;format&quot;:&quot;BETTER_TEXT&quot;,&quot;size&quot;:{&quot;x&quot;:220.484375,&quot;y&quot;:46},&quot;targetSize&quot;:{&quot;x&quot;:220.484375,&quot;y&quot;:46}},&quot;parent&quot;:{&quot;type&quot;:&quot;CHILD&quot;,&quot;parentId&quot;:&quot;b2c6bbb4-888a-4f48-9c93-09180d365912&quot;,&quot;order&quot;:&quot;75&quot;}},&quot;d82cc8c2-1a6a-4a00-9941-bb9cafd88676&quot;:{&quot;relativeTransform&quot;:{&quot;translate&quot;:{&quot;x&quot;:365.5123464812798,&quot;y&quot;:119.914763477888},&quot;rotate&quot;:0,&quot;skewX&quot;:0,&quot;scale&quot;:{&quot;x&quot;:1,&quot;y&quot;:1}},&quot;type&quot;:&quot;FIGURE_OBJECT&quot;,&quot;id&quot;:&quot;d82cc8c2-1a6a-4a00-9941-bb9cafd88676&quot;,&quot;name&quot;:&quot;Liquid chromatography–mass spectrometry (LC-MS/MS)&quot;,&quot;displayName&quot;:&quot;Liquid chromatography–mass spectrometry &quot;,&quot;opacity&quot;:1,&quot;source&quot;:{&quot;id&quot;:&quot;5f80edbcc39eba009f457f23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76&quot;},&quot;isPremium&quot;:true},&quot;2a9aa3b1-5d96-45cd-9386-824193e691b7&quot;:{&quot;type&quot;:&quot;FIGURE_OBJECT&quot;,&quot;id&quot;:&quot;2a9aa3b1-5d96-45cd-9386-824193e691b7&quot;,&quot;name&quot;:&quot;Mass spectrometer orbitrap fusion tribrid&quot;,&quot;relativeTransform&quot;:{&quot;translate&quot;:{&quot;x&quot;:5.815336705512207,&quot;y&quot;:85.14803107037358},&quot;rotate&quot;:0,&quot;skewX&quot;:0,&quot;scale&quot;:{&quot;x&quot;:0.246585299190061,&quot;y&quot;:0.246585299190061}},&quot;opacity&quot;:1,&quot;image&quot;:{&quot;url&quot;:&quot;https://icons.biorender.com/biorender/5d5b05b2fb0c9700047f8817/20190819204117/image/mass_spectrometer_orbitrap_fusion_tribrid.png&quot;,&quot;size&quot;:{&quot;x&quot;:371,&quot;y&quot;:261},&quot;isPremium&quot;:false},&quot;source&quot;:{&quot;id&quot;:&quot;5d5b05b2fb0c9700047f8817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05&quot;}},&quot;01fa1001-4085-4fbc-b161-048bfe6c9ba8&quot;:{&quot;type&quot;:&quot;FIGURE_OBJECT&quot;,&quot;id&quot;:&quot;01fa1001-4085-4fbc-b161-048bfe6c9ba8&quot;,&quot;relativeTransform&quot;:{&quot;translate&quot;:{&quot;x&quot;:18.2029506321727,&quot;y&quot;:4.496273472421332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1&quot;}},&quot;9244bc78-8e80-45ca-8c56-1a9c1f6d7b2c&quot;:{&quot;type&quot;:&quot;FIGURE_OBJECT&quot;,&quot;id&quot;:&quot;9244bc78-8e80-45ca-8c56-1a9c1f6d7b2c&quot;,&quot;relativeTransform&quot;:{&quot;translate&quot;:{&quot;x&quot;:-0.010056468457723552,&quot;y&quot;:50.66857904626076},&quot;rotate&quot;:3.141592653589793},&quot;opacity&quot;:0.75,&quot;path&quot;:{&quot;type&quot;:&quot;TRIANGLE&quot;,&quot;size&quot;:{&quot;x&quot;:-128.19602506924596,&quot;y&quot;:26.737366446599115},&quot;cornerRounding&quot;:{&quot;type&quot;:&quot;ARC_LENGTH&quot;,&quot;global&quot;:4.114335623853572e-14}},&quot;pathStyles&quot;:[{&quot;type&quot;:&quot;FILL&quot;,&quot;fillStyle&quot;:&quot;rgba(166,195,218,1)&quot;},{&quot;type&quot;:&quot;STROKE&quot;,&quot;strokeStyle&quot;:&quot;rgba(23,23,23,1)&quot;,&quot;lineWidth&quot;:0,&quot;lineJoin&quot;:&quot;round&quot;}],&quot;isLocked&quot;:false,&quot;parent&quot;:{&quot;type&quot;:&quot;CHILD&quot;,&quot;parentId&quot;:&quot;01fa1001-4085-4fbc-b161-048bfe6c9ba8&quot;,&quot;order&quot;:&quot;2&quot;}},&quot;0f475c45-830c-493e-af1f-00c14c83e548&quot;:{&quot;type&quot;:&quot;FIGURE_OBJECT&quot;,&quot;id&quot;:&quot;0f475c45-830c-493e-af1f-00c14c83e548&quot;,&quot;relativeTransform&quot;:{&quot;translate&quot;:{&quot;x&quot;:0.01011826445654787,&quot;y&quot;:-13.356527277869619},&quot;rotate&quot;:-1.570796326794897},&quot;opacity&quot;:1,&quot;path&quot;:{&quot;type&quot;:&quot;RECT&quot;,&quot;size&quot;:{&quot;x&quot;:100.47352117205605,&quot;y&quot;:127.3079526659228},&quot;cornerRounding&quot;:{&quot;type&quot;:&quot;ARC_LENGTH&quot;,&quot;global&quot;:0}},&quot;pathStyles&quot;:[{&quot;type&quot;:&quot;FILL&quot;,&quot;fillStyle&quot;:&quot;rgba(254,254,254,1)&quot;},{&quot;type&quot;:&quot;STROKE&quot;,&quot;strokeStyle&quot;:&quot;rgba(23,23,23,1)&quot;,&quot;lineWidth&quot;:0.8879488113254971,&quot;lineJoin&quot;:&quot;round&quot;}],&quot;isLocked&quot;:false,&quot;parent&quot;:{&quot;type&quot;:&quot;CHILD&quot;,&quot;parentId&quot;:&quot;01fa1001-4085-4fbc-b161-048bfe6c9ba8&quot;,&quot;order&quot;:&quot;5&quot;}},&quot;0b6aeeb1-f9e9-484b-8aba-57ce912bbfa7&quot;:{&quot;type&quot;:&quot;FIGURE_OBJECT&quot;,&quot;id&quot;:&quot;0b6aeeb1-f9e9-484b-8aba-57ce912bbfa7&quot;,&quot;name&quot;:&quot;HPLC (1290 Infinity II)&quot;,&quot;relativeTransform&quot;:{&quot;translate&quot;:{&quot;x&quot;:-61.083499420704165,&quot;y&quot;:75.53114576337497},&quot;rotate&quot;:6.283185307179586,&quot;skewX&quot;:0,&quot;scale&quot;:{&quot;x&quot;:-0.2636959032863266,&quot;y&quot;:0.2636959032863266}},&quot;opacity&quot;:1,&quot;image&quot;:{&quot;url&quot;:&quot;https://icons.biorender.com/biorender/5d51756e7164530004924320/20190812143208/image/hplc-1290-infinity-ii.png&quot;,&quot;size&quot;:{&quot;x&quot;:161,&quot;y&quot;:319},&quot;isPremium&quot;:false},&quot;source&quot;:{&quot;id&quot;:&quot;5d51756e7164530004924320&quot;,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2&quot;}},&quot;11a22e1d-5416-4fe6-ac00-87d5aae37102&quot;:{&quot;type&quot;:&quot;FIGURE_OBJECT&quot;,&quot;id&quot;:&quot;11a22e1d-5416-4fe6-ac00-87d5aae37102&quot;,&quot;relativeTransform&quot;:{&quot;translate&quot;:{&quot;x&quot;:24.437240330520364,&quot;y&quot;:-9.266914629072021},&quot;rotate&quot;:0},&quot;opacity&quot;:1,&quot;path&quot;:{&quot;type&quot;:&quot;POLY_LINE&quot;,&quot;points&quot;:[{&quot;x&quot;:-49.01023669090494,&quot;y&quot;:-30.516160495120825},{&quot;x&quot;:-49.01023669090494,&quot;y&quot;:30.516160495120722},{&quot;x&quot;:49.01023669090499,&quot;y&quot;:30.516160495120722}],&quot;closed&quot;:false},&quot;pathStyles&quot;:[{&quot;type&quot;:&quot;FILL&quot;,&quot;fillStyle&quot;:&quot;transparent&quot;},{&quot;type&quot;:&quot;STROKE&quot;,&quot;strokeStyle&quot;:&quot;#232323&quot;,&quot;lineWidth&quot;:1.3319232169882458,&quot;lineJoin&quot;:&quot;round&quot;}],&quot;isLocked&quot;:false,&quot;parent&quot;:{&quot;type&quot;:&quot;CHILD&quot;,&quot;parentId&quot;:&quot;d82cc8c2-1a6a-4a00-9941-bb9cafd88676&quot;,&quot;order&quot;:&quot;3&quot;}},&quot;2754b74c-af31-40dc-9825-e1a664bac6f9&quot;:{&quot;type&quot;:&quot;FIGURE_OBJECT&quot;,&quot;id&quot;:&quot;2754b74c-af31-40dc-9825-e1a664bac6f9&quot;,&quot;relativeTransform&quot;:{&quot;translate&quot;:{&quot;x&quot;:23.921390317633715,&quot;y&quot;:28.92978364179419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,&quot;range&quot;:[0,2]}],&quot;text&quot;:&quot;m/z&quot;,&quot;baseStyle&quot;:{&quot;fontFamily&quot;:&quot;Roboto&quot;,&quot;fontSize&quot;:8.505397512722853,&quot;color&quot;:&quot;#232323&quot;,&quot;fontWeight&quot;:&quot;normal&quot;,&quot;fontStyle&quot;:&quot;italic&quot;,&quot;decoration&quot;:&quot;none&quot;,&quot;script&quot;:&quot;none&quot;}}],&quot;verticalAlign&quot;:&quot;TOP&quot;},&quot;size&quot;:{&quot;x&quot;:96.53303007182777,&quot;y&quot;:10.02421849713765},&quot;targetSize&quot;:{&quot;x&quot;:96.53303007182777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5&quot;}},&quot;bd84e4b0-24cc-4d7b-8701-3c2e58d0f0ad&quot;:{&quot;type&quot;:&quot;FIGURE_OBJECT&quot;,&quot;id&quot;:&quot;bd84e4b0-24cc-4d7b-8701-3c2e58d0f0ad&quot;,&quot;relativeTransform&quot;:{&quot;translate&quot;:{&quot;x&quot;:-33.995978285617504,&quot;y&quot;:-8.61084020310001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,&quot;range&quot;:[0,8]}],&quot;text&quot;:&quot;Intensity&quot;,&quot;baseStyle&quot;:{&quot;fontFamily&quot;:&quot;Roboto&quot;,&quot;fontSize&quot;:8.505397512722853,&quot;color&quot;:&quot;#232323&quot;,&quot;fontWeight&quot;:&quot;normal&quot;,&quot;fontStyle&quot;:&quot;normal&quot;,&quot;decoration&quot;:&quot;none&quot;,&quot;script&quot;:&quot;none&quot;}}],&quot;verticalAlign&quot;:&quot;TOP&quot;},&quot;size&quot;:{&quot;x&quot;:59.693196599451745,&quot;y&quot;:10.02421849713765},&quot;targetSize&quot;:{&quot;x&quot;:59.693196599451745,&quot;y&quot;:10.02421849713765},&quot;format&quot;:&quot;BETTER_TEXT&quot;,&quot;verticalAlign&quot;:&quot;TOP&quot;},&quot;isLocked&quot;:false,&quot;parent&quot;:{&quot;type&quot;:&quot;CHILD&quot;,&quot;parentId&quot;:&quot;d82cc8c2-1a6a-4a00-9941-bb9cafd88676&quot;,&quot;order&quot;:&quot;6&quot;}},&quot;d6226749-3e74-487b-9bb2-7f4fb5be7b54&quot;:{&quot;type&quot;:&quot;FIGURE_OBJECT&quot;,&quot;id&quot;:&quot;d6226749-3e74-487b-9bb2-7f4fb5be7b54&quot;,&quot;relativeTransform&quot;:{&quot;translate&quot;:{&quot;x&quot;:45.85415709673177,&quot;y&quot;:-48.13643562627826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7&quot;}},&quot;513e28a0-22ce-40d8-87cb-2c5af67361ce&quot;:{&quot;type&quot;:&quot;FIGURE_OBJECT&quot;,&quot;id&quot;:&quot;513e28a0-22ce-40d8-87cb-2c5af67361ce&quot;,&quot;relativeTransform&quot;:{&quot;translate&quot;:{&quot;x&quot;:0.04745069867664589,&quot;y&quot;:-0.15576207249657034},&quot;rotate&quot;:0},&quot;opacity&quot;:1,&quot;path&quot;:{&quot;type&quot;:&quot;POLY_LINE&quot;,&quot;points&quot;:[{&quot;x&quot;:-2.32236723930898,&quot;y&quot;:68.7434766316907},{&quot;x&quot;:-1.3934203435853982,&quot;y&quot;:68.7434766316907},{&quot;x&quot;:1.5540295930501495e-13,&quot;y&quot;:-68.7434766316907},{&quot;x&quot;:1.3934203435855537,&quot;y&quot;:68.7434766316907},{&quot;x&quot;:2.32236723930898,&quot;y&quot;:68.7434766316907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1&quot;}},&quot;73b43fbb-2a84-4cf3-8401-6c5038fc6a38&quot;:{&quot;type&quot;:&quot;FIGURE_OBJECT&quot;,&quot;id&quot;:&quot;73b43fbb-2a84-4cf3-8401-6c5038fc6a38&quot;,&quot;relativeTransform&quot;:{&quot;translate&quot;:{&quot;x&quot;:4.644172162767881,&quot;y&quot;:20.92315249383493},&quot;rotate&quot;:0},&quot;opacity&quot;:1,&quot;path&quot;:{&quot;type&quot;:&quot;POLY_LINE&quot;,&quot;points&quot;:[{&quot;x&quot;:-2.3223672393088766,&quot;y&quot;:47.64853870560218},{&quot;x&quot;:-1.393420343584984,&quot;y&quot;:47.64853870560218},{&quot;x&quot;:2.5900493217502494e-13,&quot;y&quot;:-47.64853870560218},{&quot;x&quot;:1.393420343585502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2&quot;}},&quot;e6c2ef82-e26c-45d6-b49e-7db5ca2fb404&quot;:{&quot;type&quot;:&quot;FIGURE_OBJECT&quot;,&quot;id&quot;:&quot;e6c2ef82-e26c-45d6-b49e-7db5ca2fb404&quot;,&quot;relativeTransform&quot;:{&quot;translate&quot;:{&quot;x&quot;:9.240893626859323,&quot;y&quot;:41.434178149325945},&quot;rotate&quot;:0},&quot;opacity&quot;:1,&quot;path&quot;:{&quot;type&quot;:&quot;POLY_LINE&quot;,&quot;points&quot;:[{&quot;x&quot;:-2.3223672393088766,&quot;y&quot;:27.070118761700645},{&quot;x&quot;:-1.393420343585191,&quot;y&quot;:27.070118761700645},{&quot;x&quot;:5.1800986435004986e-14,&quot;y&quot;:-27.070118761700645},{&quot;x&quot;:1.393420343584984,&quot;y&quot;:27.070118761700645},{&quot;x&quot;:2.3223672393088766,&quot;y&quot;:27.07011876170064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3&quot;}},&quot;7cff04da-ebf9-451f-8374-51fad69ed79e&quot;:{&quot;type&quot;:&quot;FIGURE_OBJECT&quot;,&quot;id&quot;:&quot;7cff04da-ebf9-451f-8374-51fad69ed79e&quot;,&quot;relativeTransform&quot;:{&quot;translate&quot;:{&quot;x&quot;:-4.520352065809909,&quot;y&quot;:21.00398553392906},&quot;rotate&quot;:0},&quot;opacity&quot;:1,&quot;path&quot;:{&quot;type&quot;:&quot;POLY_LINE&quot;,&quot;points&quot;:[{&quot;x&quot;:-2.3223672393088766,&quot;y&quot;:47.64853870560218},{&quot;x&quot;:-1.3934203435853982,&quot;y&quot;:47.64853870560218},{&quot;x&quot;:-1.5540295930501495e-13,&quot;y&quot;:-47.64853870560218},{&quot;x&quot;:1.393420343585191,&quot;y&quot;:47.64853870560218},{&quot;x&quot;:2.3223672393088766,&quot;y&quot;:47.6485387056021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5&quot;}},&quot;7ffce1cf-3f8c-43d6-a3bc-da73814d7ca4&quot;:{&quot;type&quot;:&quot;FIGURE_OBJECT&quot;,&quot;id&quot;:&quot;7ffce1cf-3f8c-43d6-a3bc-da73814d7ca4&quot;,&quot;relativeTransform&quot;:{&quot;translate&quot;:{&quot;x&quot;:-9.000844277047948,&quot;y&quot;:41.699232361348514},&quot;rotate&quot;:0},&quot;opacity&quot;:1,&quot;path&quot;:{&quot;type&quot;:&quot;POLY_LINE&quot;,&quot;points&quot;:[{&quot;x&quot;:-2.3223672393088766,&quot;y&quot;:27.07011876170085},{&quot;x&quot;:-1.3934203435855537,&quot;y&quot;:27.07011876170085},{&quot;x&quot;:1.5540295930501495e-13,&quot;y&quot;:-27.07011876170085},{&quot;x&quot;:1.3934203435853982,&quot;y&quot;:27.07011876170085},{&quot;x&quot;:2.3223672393088766,&quot;y&quot;:27.070118761700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6&quot;}},&quot;d7a35815-c12c-4b40-ab14-9b7bbc1cce8f&quot;:{&quot;type&quot;:&quot;FIGURE_OBJECT&quot;,&quot;id&quot;:&quot;d7a35815-c12c-4b40-ab14-9b7bbc1cce8f&quot;,&quot;relativeTransform&quot;:{&quot;translate&quot;:{&quot;x&quot;:13.46687713848401,&quot;y&quot;:54.55374335416616},&quot;rotate&quot;:0},&quot;opacity&quot;:1,&quot;path&quot;:{&quot;type&quot;:&quot;POLY_LINE&quot;,&quot;points&quot;:[{&quot;x&quot;:-2.145111617298679,&quot;y&quot;:13.899455414118046},{&quot;x&quot;:-1.2870669703788136,&quot;y&quot;:13.899455414118046},{&quot;x&quot;:-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7&quot;}},&quot;4083dcc0-17fd-4e97-a5d9-2044305d68ce&quot;:{&quot;type&quot;:&quot;FIGURE_OBJECT&quot;,&quot;id&quot;:&quot;4083dcc0-17fd-4e97-a5d9-2044305d68ce&quot;,&quot;relativeTransform&quot;:{&quot;translate&quot;:{&quot;x&quot;:-13.46687713848401,&quot;y&quot;:54.999783290069225},&quot;rotate&quot;:0},&quot;opacity&quot;:1,&quot;path&quot;:{&quot;type&quot;:&quot;POLY_LINE&quot;,&quot;points&quot;:[{&quot;x&quot;:-2.145111617298679,&quot;y&quot;:13.899455414118046},{&quot;x&quot;:-1.2870669703790725,&quot;y&quot;:13.899455414118046},{&quot;x&quot;:5.1800986435004986e-14,&quot;y&quot;:-13.899455414118046},{&quot;x&quot;:1.2870669703793833,&quot;y&quot;:13.899455414118046},{&quot;x&quot;:2.145111617298679,&quot;y&quot;:13.899455414118046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3, 184, 150, 1)&quot;,&quot;lineWidth&quot;:1.1099360141568713,&quot;lineJoin&quot;:&quot;round&quot;}],&quot;isLocked&quot;:false,&quot;parent&quot;:{&quot;type&quot;:&quot;CHILD&quot;,&quot;parentId&quot;:&quot;d6226749-3e74-487b-9bb2-7f4fb5be7b54&quot;,&quot;order&quot;:&quot;8&quot;}},&quot;b4ca9fa3-f592-4cff-8b56-31e8a343b110&quot;:{&quot;type&quot;:&quot;FIGURE_OBJECT&quot;,&quot;id&quot;:&quot;b4ca9fa3-f592-4cff-8b56-31e8a343b110&quot;,&quot;relativeTransform&quot;:{&quot;translate&quot;:{&quot;x&quot;:-5.85505368735455,&quot;y&quot;:-12.310389779476585},&quot;rotate&quot;:0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d82cc8c2-1a6a-4a00-9941-bb9cafd88676&quot;,&quot;order&quot;:&quot;8&quot;}},&quot;dad50d5e-a6f6-4e71-91b5-b57f849d8835&quot;:{&quot;type&quot;:&quot;FIGURE_OBJECT&quot;,&quot;id&quot;:&quot;dad50d5e-a6f6-4e71-91b5-b57f849d8835&quot;,&quot;relativeTransform&quot;:{&quot;translate&quot;:{&quot;x&quot;:-2.50430896339619,&quot;y&quot;:-0.04168327615899479},&quot;rotate&quot;:0},&quot;opacity&quot;:1,&quot;path&quot;:{&quot;type&quot;:&quot;POLY_LINE&quot;,&quot;points&quot;:[{&quot;x&quot;:-2.514646573395518,&quot;y&quot;:32.48537137476488},{&quot;x&quot;:-1.5087879440370624,&quot;y&quot;:32.48537137476488},{&quot;x&quot;:6.216118372200598e-13,&quot;y&quot;:-32.48537137476488},{&quot;x&quot;:1.5087879440375285,&quot;y&quot;:32.48537137476488},{&quot;x&quot;:2.514646573395518,&quot;y&quot;:32.48537137476488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1&quot;}},&quot;375dc426-5214-43f5-ba96-2190213f53c8&quot;:{&quot;type&quot;:&quot;FIGURE_OBJECT&quot;,&quot;id&quot;:&quot;375dc426-5214-43f5-ba96-2190213f53c8&quot;,&quot;relativeTransform&quot;:{&quot;translate&quot;:{&quot;x&quot;:2.4729959532757686,&quot;y&quot;:15.26223839046774},&quot;rotate&quot;:0},&quot;opacity&quot;:1,&quot;path&quot;:{&quot;type&quot;:&quot;POLY_LINE&quot;,&quot;points&quot;:[{&quot;x&quot;:-2.514646573395311,&quot;y&quot;:17.164911730575902},{&quot;x&quot;:-1.508787944036907,&quot;y&quot;:17.164911730575902},{&quot;x&quot;:0,&quot;y&quot;:-17.164911730575902},{&quot;x&quot;:1.5087879440365444,&quot;y&quot;:17.164911730575902},{&quot;x&quot;:2.514646573395311,&quot;y&quot;:17.164911730575902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2&quot;}},&quot;2a9b5dc9-6023-4584-92e9-9ed5d3e65ba9&quot;:{&quot;type&quot;:&quot;FIGURE_OBJECT&quot;,&quot;id&quot;:&quot;2a9b5dc9-6023-4584-92e9-9ed5d3e65ba9&quot;,&quot;relativeTransform&quot;:{&quot;translate&quot;:{&quot;x&quot;:7.450300869947753,&quot;y&quot;:26.347277597966617},&quot;rotate&quot;:0},&quot;opacity&quot;:1,&quot;path&quot;:{&quot;type&quot;:&quot;POLY_LINE&quot;,&quot;points&quot;:[{&quot;x&quot;:-2.5146465733954924,&quot;y&quot;:6.1052797729931685},{&quot;x&quot;:-1.5087879440370882,&quot;y&quot;:6.1052797729931685},{&quot;x&quot;:0.3720796661675718,&quot;y&quot;:-6.1052797729931685},{&quot;x&quot;:1.5087879440366738,&quot;y&quot;:6.1052797729931685},{&quot;x&quot;:2.5146465733954924,&quot;y&quot;:6.1052797729931685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5&quot;}},&quot;1b5f1dda-ef9c-4941-bc88-15822f9ef490&quot;:{&quot;type&quot;:&quot;FIGURE_OBJECT&quot;,&quot;id&quot;:&quot;1b5f1dda-ef9c-4941-bc88-15822f9ef490&quot;,&quot;relativeTransform&quot;:{&quot;translate&quot;:{&quot;x&quot;:-7.450300869947753,&quot;y&quot;:11.641677558943078},&quot;rotate&quot;:0},&quot;opacity&quot;:1,&quot;path&quot;:{&quot;type&quot;:&quot;POLY_LINE&quot;,&quot;points&quot;:[{&quot;x&quot;:-2.5146465733954924,&quot;y&quot;:20.885377091980793},{&quot;x&quot;:-1.5087879440366738,&quot;y&quot;:20.885377091980793},{&quot;x&quot;:1.8130345252251746e-13,&quot;y&quot;:-20.885377091980793},{&quot;x&quot;:1.5087879440370882,&quot;y&quot;:20.885377091980793},{&quot;x&quot;:2.5146465733954924,&quot;y&quot;:20.885377091980793}],&quot;closed&quot;:false,&quot;cornerRounding&quot;:{&quot;type&quot;:&quot;ARC_LENGTH&quot;,&quot;global&quot;:41.84360193635957}},&quot;pathStyles&quot;:[{&quot;type&quot;:&quot;FILL&quot;,&quot;fillStyle&quot;:&quot;rgba(0,0,0,0)&quot;},{&quot;type&quot;:&quot;STROKE&quot;,&quot;strokeStyle&quot;:&quot;rgba(128, 118, 171, 1)&quot;,&quot;lineWidth&quot;:1.1099360141568713,&quot;lineJoin&quot;:&quot;round&quot;}],&quot;isLocked&quot;:false,&quot;parent&quot;:{&quot;type&quot;:&quot;CHILD&quot;,&quot;parentId&quot;:&quot;b4ca9fa3-f592-4cff-8b56-31e8a343b110&quot;,&quot;order&quot;:&quot;7&quot;}},&quot;50542470-ab2e-49a4-abe6-d58d56e3d1b5&quot;:{&quot;relativeTransform&quot;:{&quot;translate&quot;:{&quot;x&quot;:258.3403485269928,&quot;y&quot;:-122.30841865557491},&quot;rotate&quot;:0,&quot;skewX&quot;:0,&quot;scale&quot;:{&quot;x&quot;:1,&quot;y&quot;:1}},&quot;type&quot;:&quot;FIGURE_OBJECT&quot;,&quot;id&quot;:&quot;50542470-ab2e-49a4-abe6-d58d56e3d1b5&quot;,&quot;parent&quot;:{&quot;type&quot;:&quot;CHILD&quot;,&quot;parentId&quot;:&quot;b2c6bbb4-888a-4f48-9c93-09180d365912&quot;,&quot;order&quot;:&quot;77&quot;},&quot;name&quot;:&quot;Sequencer (Illumina NextSeq 500) with DNA sequencing stream&quot;,&quot;displayName&quot;:&quot;Sequencer (Illumina NextSeq 500) with DNA sequencing stream&quot;,&quot;source&quot;:{&quot;id&quot;:&quot;62d1be7f10aad9da4c2c4ca3&quot;,&quot;type&quot;:&quot;ASSETS&quot;},&quot;isPremium&quot;:true},&quot;8186b202-8cbc-4e59-8f71-9673017bb8d0&quot;:{&quot;id&quot;:&quot;8186b202-8cbc-4e59-8f71-9673017bb8d0&quot;,&quot;name&quot;:&quot;DNA sequencing stream&quot;,&quot;displayName&quot;:&quot;&quot;,&quot;type&quot;:&quot;FIGURE_OBJECT&quot;,&quot;relativeTransform&quot;:{&quot;translate&quot;:{&quot;x&quot;:106.15965147300722,&quot;y&quot;:15.247826758924116},&quot;rotate&quot;:0,&quot;skewX&quot;:0,&quot;scale&quot;:{&quot;x&quot;:0.6133333333333333,&quot;y&quot;:0.6633333333333333}},&quot;image&quot;:{&quot;url&quot;:&quot;https://icons.biorender.com/biorender/62d1bdfa19645e0028e73845/dna-sequencing-stream.png&quot;,&quot;isPremium&quot;:false,&quot;size&quot;:{&quot;x&quot;:300,&quot;y&quot;:109.09090909090908}},&quot;source&quot;:{&quot;id&quot;:&quot;62d1ac3919645e0028e737ac&quot;,&quot;type&quot;:&quot;ASSETS&quot;},&quot;isPremium&quot;:false,&quot;parent&quot;:{&quot;type&quot;:&quot;CHILD&quot;,&quot;parentId&quot;:&quot;50542470-ab2e-49a4-abe6-d58d56e3d1b5&quot;,&quot;order&quot;:&quot;5&quot;}},&quot;44cb24da-f4fd-4dd5-9322-3c526d4e9a11&quot;:{&quot;id&quot;:&quot;44cb24da-f4fd-4dd5-9322-3c526d4e9a11&quot;,&quot;name&quot;:&quot;Sequencer (Illumina NextSeq 500)&quot;,&quot;displayName&quot;:&quot;&quot;,&quot;type&quot;:&quot;FIGURE_OBJECT&quot;,&quot;relativeTransform&quot;:{&quot;translate&quot;:{&quot;x&quot;:95.00019447581698,&quot;y&quot;:-16.566550698111932},&quot;rotate&quot;:0,&quot;skewX&quot;:0,&quot;scale&quot;:{&quot;x&quot;:0.6133333333333333,&quot;y&quot;:0.6633333333333333}},&quot;image&quot;:{&quot;url&quot;:&quot;https://icons.biorender.com/biorender/5f35b0be8d485800287e5251/20200813213323/image/sequencer-illumina-nextseq-500.png&quot;,&quot;isPremium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50542470-ab2e-49a4-abe6-d58d56e3d1b5&quot;,&quot;order&quot;:&quot;2&quot;}},&quot;ca127943-b2ba-4807-a9d5-c6f23d74cbe1&quot;:{&quot;id&quot;:&quot;ca127943-b2ba-4807-a9d5-c6f23d74cbe1&quot;,&quot;type&quot;:&quot;FIGURE_OBJECT&quot;,&quot;relativeTransform&quot;:{&quot;translate&quot;:{&quot;x&quot;:74.45857122802737,&quot;y&quot;:240.27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6,&quot;color&quot;:&quot;black&quot;,&quot;fontWeight&quot;:&quot;bold&quot;,&quot;fontStyle&quot;:&quot;normal&quot;,&quot;decoration&quot;:&quot;none&quot;},&quot;range&quot;:[0,16]}],&quot;text&quot;:&quot;Protein Isolation&quot;}],&quot;_lastCaretLocation&quot;:{&quot;lineIndex&quot;:0,&quot;runIndex&quot;:0,&quot;charIndex&quot;:7}},&quot;format&quot;:&quot;BETTER_TEXT&quot;,&quot;size&quot;:{&quot;x&quot;:104.44914245605469,&quot;y&quot;:37.08},&quot;targetSize&quot;:{&quot;x&quot;:104.44914245605469,&quot;y&quot;:21}},&quot;parent&quot;:{&quot;type&quot;:&quot;CHILD&quot;,&quot;parentId&quot;:&quot;b2c6bbb4-888a-4f48-9c93-09180d365912&quot;,&quot;order&quot;:&quot;8&quot;}},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6c5357de-ba33-4b65-96d6-34a02e2a5f55&quot;:{&quot;id&quot;:&quot;6c5357de-ba33-4b65-96d6-34a02e2a5f55&quot;,&quot;type&quot;:&quot;FIGURE_OBJECT&quot;,&quot;relativeTransform&quot;:{&quot;translate&quot;:{&quot;x&quot;:109.93407122802738,&quot;y&quot;:-56.792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4]}],&quot;text&quot;:&quot;m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85&quot;}},&quot;9d994b04-d568-4ad5-9ecc-b1fe7bc1a890&quot;:{&quot;id&quot;:&quot;9d994b04-d568-4ad5-9ecc-b1fe7bc1a890&quot;,&quot;type&quot;:&quot;FIGURE_OBJECT&quot;,&quot;relativeTransform&quot;:{&quot;translate&quot;:{&quot;x&quot;:77.89807122802738,&quot;y&quot;:-39.9999999999999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5]}],&quot;text&quot;:&quot;miRNAs&quot;}],&quot;_lastCaretLocation&quot;:{&quot;lineIndex&quot;:0,&quot;runIndex&quot;:-1,&quot;charIndex&quot;:-1,&quot;endOfLine&quot;:true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&quot;}},&quot;07115787-be71-4d5f-8dee-18db6b8b7fb0&quot;:{&quot;id&quot;:&quot;07115787-be71-4d5f-8dee-18db6b8b7fb0&quot;,&quot;type&quot;:&quot;FIGURE_OBJECT&quot;,&quot;relativeTransform&quot;:{&quot;translate&quot;:{&quot;x&quot;:125.58807122802737,&quot;y&quot;:-30.76299999999999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2,&quot;color&quot;:&quot;rgba(130,92,166,1)&quot;,&quot;fontWeight&quot;:&quot;bold&quot;,&quot;fontStyle&quot;:&quot;normal&quot;,&quot;decoration&quot;:&quot;none&quot;,&quot;script&quot;:&quot;none&quot;},&quot;range&quot;:[0,6]}],&quot;text&quot;:&quot;IncRNAs&quot;}],&quot;_lastCaretLocation&quot;:{&quot;lineIndex&quot;:0,&quot;runIndex&quot;:0,&quot;charIndex&quot;:3}},&quot;format&quot;:&quot;BETTER_TEXT&quot;,&quot;size&quot;:{&quot;x&quot;:74.15414245605469,&quot;y&quot;:14},&quot;targetSize&quot;:{&quot;x&quot;:74.15414245605469,&quot;y&quot;:14}},&quot;parent&quot;:{&quot;type&quot;:&quot;CHILD&quot;,&quot;parentId&quot;:&quot;b2c6bbb4-888a-4f48-9c93-09180d365912&quot;,&quot;order&quot;:&quot;92&quot;}},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4acafc5-0ed7-4650-91d8-a3b0d59017e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4acafc5-0ed7-4650-91d8-a3b0d59017e5&quot;:{&quot;type&quot;:&quot;FIGURE_OBJECT&quot;,&quot;id&quot;:&quot;74acafc5-0ed7-4650-91d8-a3b0d59017e5&quot;,&quot;relativeTransform&quot;:{&quot;translate&quot;:{&quot;x&quot;:-338.5,&quot;y&quot;:-243.5},&quot;rotate&quot;:0,&quot;skewX&quot;:0,&quot;scale&quot;:{&quot;x&quot;:1,&quot;y&quot;:1}},&quot;opacity&quot;:1,&quot;path&quot;:{&quot;type&quot;:&quot;ARROW&quot;,&quot;size&quot;:{&quot;x&quot;:225,&quot;y&quot;:68},&quot;tipOffsetLeft&quot;:35,&quot;wingsOffsetRight&quot;:35},&quot;isLocked&quot;:false,&quot;pathStyles&quot;:[{&quot;type&quot;:&quot;FILL&quot;,&quot;fillStyle&quot;:&quot;rgba(243, 246, 251, 1)&quot;},{&quot;type&quot;:&quot;STROKE&quot;,&quot;strokeStyle&quot;:&quot;rgba(133, 148, 182, 1)&quot;,&quot;lineWidth&quot;:2,&quot;lineJoin&quot;:&quot;round&quot;}],&quot;parent&quot;:{&quot;type&quot;:&quot;CHILD&quot;,&quot;parentId&quot;:&quot;b2c6bbb4-888a-4f48-9c93-09180d365912&quot;,&quot;order&quot;:&quot;01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07293d49-cb42-44ca-974f-067a3bf1912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07293d49-cb42-44ca-974f-067a3bf1912b&quot;:{&quot;relativeTransform&quot;:{&quot;translate&quot;:{&quot;x&quot;:-292.47189083975445,&quot;y&quot;:-109.03800000000001},&quot;rotate&quot;:0,&quot;skewX&quot;:0,&quot;scale&quot;:{&quot;x&quot;:1,&quot;y&quot;:1}},&quot;type&quot;:&quot;FIGURE_OBJECT&quot;,&quot;id&quot;:&quot;07293d49-cb42-44ca-974f-067a3bf1912b&quot;,&quot;name&quot;:&quot;Blood vial (with cap)&quot;,&quot;displayName&quot;:&quot;Blood vial (with cap)&quot;,&quot;opacity&quot;:1,&quot;source&quot;:{&quot;id&quot;:&quot;5dbb01f64ef0b000810d2b55&quot;,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82&quot;},&quot;isPremium&quot;:true},&quot;4b1b3cf4-e77d-4e62-a713-4536baac5da7&quot;:{&quot;type&quot;:&quot;FIGURE_OBJECT&quot;,&quot;id&quot;:&quot;4b1b3cf4-e77d-4e62-a713-4536baac5da7&quot;,&quot;name&quot;:&quot;Blood vial&quot;,&quot;relativeTransform&quot;:{&quot;translate&quot;:{&quot;x&quot;:2.0327051458585894e-15,&quot;y&quot;:12.693056399678644},&quot;rotate&quot;:0,&quot;skewX&quot;:0,&quot;scale&quot;:{&quot;x&quot;:0.44011971814629014,&quot;y&quot;:0.4332093767648392}},&quot;opacity&quot;:1,&quot;image&quot;:{&quot;url&quot;:&quot;https://icons.biorender.com/biorender/5dbafb87c9e7d80004b85b4e/20191031152119/image/blood-vial.png&quot;,&quot;size&quot;:{&quot;x&quot;:65,&quot;y&quot;:239},&quot;isPremium&quot;:false},&quot;source&quot;:{&quot;id&quot;:&quot;5dbafb87c9e7d80004b85b4e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2&quot;}},&quot;ce842120-0b33-4e6a-b0c1-8399bbf79702&quot;:{&quot;type&quot;:&quot;FIGURE_OBJECT&quot;,&quot;id&quot;:&quot;ce842120-0b33-4e6a-b0c1-8399bbf79702&quot;,&quot;name&quot;:&quot;Blood vial cap&quot;,&quot;relativeTransform&quot;:{&quot;translate&quot;:{&quot;x&quot;:0,&quot;y&quot;:-47.34980654086576},&quot;rotate&quot;:0,&quot;skewX&quot;:0,&quot;scale&quot;:{&quot;x&quot;:0.4401197181462901,&quot;y&quot;:0.433209376764839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07293d49-cb42-44ca-974f-067a3bf1912b&quot;,&quot;order&quot;:&quot;5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03b1325-3f84-40fc-b7a1-abd4687195e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03b1325-3f84-40fc-b7a1-abd4687195ec&quot;:{&quot;relativeTransform&quot;:{&quot;translate&quot;:{&quot;x&quot;:-395.5787236910856,&quot;y&quot;:-103.59805132037845},&quot;rotate&quot;:0,&quot;skewX&quot;:0,&quot;scale&quot;:{&quot;x&quot;:1,&quot;y&quot;:1}},&quot;type&quot;:&quot;FIGURE_OBJECT&quot;,&quot;id&quot;:&quot;803b1325-3f84-40fc-b7a1-abd4687195ec&quot;,&quot;parent&quot;:{&quot;type&quot;:&quot;CHILD&quot;,&quot;parentId&quot;:&quot;b2c6bbb4-888a-4f48-9c93-09180d365912&quot;,&quot;order&quot;:&quot;95&quot;},&quot;name&quot;:&quot;Human subject selection (symbol)&quot;,&quot;displayName&quot;:&quot;Human subject selection (symbol)&quot;,&quot;source&quot;:{&quot;id&quot;:&quot;6706ab33cdfc902ec5778d48&quot;,&quot;type&quot;:&quot;ASSETS&quot;},&quot;isPremium&quot;:false},&quot;3f6ccd72-3734-4488-a0c8-88005808ad0c&quot;:{&quot;type&quot;:&quot;FIGURE_OBJECT&quot;,&quot;id&quot;:&quot;3f6ccd72-3734-4488-a0c8-88005808ad0c&quot;,&quot;name&quot;:&quot;People Icon (standing, arms out)&quot;,&quot;relativeTransform&quot;:{&quot;translate&quot;:{&quot;x&quot;:50.71757658628824,&quot;y&quot;:64.61844917577513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05&quot;}},&quot;4026459b-576d-42a2-b2c8-0d94bff4ad1e&quot;:{&quot;type&quot;:&quot;FIGURE_OBJECT&quot;,&quot;id&quot;:&quot;4026459b-576d-42a2-b2c8-0d94bff4ad1e&quot;,&quot;name&quot;:&quot;People Icon (standing, arms out)&quot;,&quot;relativeTransform&quot;:{&quot;translate&quot;:{&quot;x&quot;:-51.3990028921287,&quot;y&quot;:64.617036810778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1&quot;}},&quot;807f4d90-1fd3-402a-b8e7-1136b5adb6a7&quot;:{&quot;type&quot;:&quot;FIGURE_OBJECT&quot;,&quot;id&quot;:&quot;807f4d90-1fd3-402a-b8e7-1136b5adb6a7&quot;,&quot;name&quot;:&quot;People Icon (standing, arms out)&quot;,&quot;relativeTransform&quot;:{&quot;translate&quot;:{&quot;x&quot;:-0.8202604665304124,&quot;y&quot;:64.61766442316309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&quot;}},&quot;132d1b9f-6119-4e73-bbd4-013106f57008&quot;:{&quot;type&quot;:&quot;FIGURE_OBJECT&quot;,&quot;id&quot;:&quot;132d1b9f-6119-4e73-bbd4-013106f57008&quot;,&quot;name&quot;:&quot;People Icon (standing, arms out)&quot;,&quot;relativeTransform&quot;:{&quot;translate&quot;:{&quot;x&quot;:50.71757658628824,&quot;y&quot;:0.2492582527329551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25&quot;}},&quot;84e66692-f0f2-462d-92c9-f17f46938b14&quot;:{&quot;type&quot;:&quot;FIGURE_OBJECT&quot;,&quot;id&quot;:&quot;84e66692-f0f2-462d-92c9-f17f46938b14&quot;,&quot;name&quot;:&quot;People Icon (standing, arms out)&quot;,&quot;relativeTransform&quot;:{&quot;translate&quot;:{&quot;x&quot;:-51.3990028921287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3&quot;}},&quot;d59e1319-f8c3-499b-9169-0a3394a64780&quot;:{&quot;type&quot;:&quot;FIGURE_OBJECT&quot;,&quot;id&quot;:&quot;d59e1319-f8c3-499b-9169-0a3394a64780&quot;,&quot;name&quot;:&quot;People Icon (standing, arms out)&quot;,&quot;relativeTransform&quot;:{&quot;translate&quot;:{&quot;x&quot;:-0.8202604665304124,&quot;y&quot;:0.24925825273082333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&quot;}},&quot;ef0686cb-acbe-4dcd-badf-0fa84c320fa9&quot;:{&quot;type&quot;:&quot;FIGURE_OBJECT&quot;,&quot;id&quot;:&quot;ef0686cb-acbe-4dcd-badf-0fa84c320fa9&quot;,&quot;name&quot;:&quot;People Icon (standing, arms out)&quot;,&quot;relativeTransform&quot;:{&quot;translate&quot;:{&quot;x&quot;:-51.3990028921287,&quot;y&quot;:-64.11783042354526},&quot;rotate&quot;:0,&quot;skewX&quot;:0,&quot;scale&quot;:{&quot;x&quot;:0.10576151949557311,&quot;y&quot;:0.10604126451925235}},&quot;opacity&quot;:1,&quot;image&quot;:{&quot;url&quot;:&quot;https://icons.biorender.com/biorender/5c9415afddd235330000ccb7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55&quot;}},&quot;4f3639be-2445-42f2-800e-e592dbeefee5&quot;:{&quot;type&quot;:&quot;FIGURE_OBJECT&quot;,&quot;id&quot;:&quot;4f3639be-2445-42f2-800e-e592dbeefee5&quot;,&quot;name&quot;:&quot;People Icon (standing, arms out)&quot;,&quot;relativeTransform&quot;:{&quot;translate&quot;:{&quot;x&quot;:50.71757658628824,&quot;y&quot;:-64.11838700558988},&quot;rotate&quot;:0,&quot;skewX&quot;:0,&quot;scale&quot;:{&quot;x&quot;: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6&quot;}},&quot;c9b3d3f2-9c90-40d9-a3d7-461d7bd33cce&quot;:{&quot;type&quot;:&quot;FIGURE_OBJECT&quot;,&quot;id&quot;:&quot;c9b3d3f2-9c90-40d9-a3d7-461d7bd33cce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7&quot;}},&quot;a229d2da-42c2-4bf6-91c9-91985cf6d432&quot;:{&quot;type&quot;:&quot;FIGURE_OBJECT&quot;,&quot;id&quot;:&quot;a229d2da-42c2-4bf6-91c9-91985cf6d432&quot;,&quot;name&quot;:&quot;People Icon (standing, arms out)&quot;,&quot;relativeTransform&quot;:{&quot;translate&quot;:{&quot;x&quot;:-0.8202604665304124,&quot;y&quot;:-64.11822200628077},&quot;rotate&quot;:6.283185307179586,&quot;skewX&quot;:1.297416801932722e-18,&quot;scale&quot;:{&quot;x&quot;:-0.10576151949557311,&quot;y&quot;:0.10604126451925235}},&quot;opacity&quot;:1,&quot;image&quot;:{&quot;url&quot;:&quot;https://icons.biorender.com/biorender/5c9415afddd235330000ccbe/people-icon-standing-arms-out.png&quot;,&quot;size&quot;:{&quot;x&quot;:405,&quot;y&quot;:607},&quot;isPremium&quot;:false,&quot;isPacked&quot;:true},&quot;source&quot;:{&quot;id&quot;:&quot;5c941561ddd235330000cca6&quot;,&quot;type&quot;:&quot;ASSETS&quot;},&quot;pathStyles&quot;:[{&quot;type&quot;:&quot;FILL&quot;,&quot;fillStyle&quot;:&quot;rgb(0,0,0)&quot;}],&quot;isLocked&quot;:false,&quot;parent&quot;:{&quot;type&quot;:&quot;CHILD&quot;,&quot;parentId&quot;:&quot;803b1325-3f84-40fc-b7a1-abd4687195e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f4f793a6-61a0-418a-a131-1b8b01f6586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f4f793a6-61a0-418a-a131-1b8b01f6586f&quot;:{&quot;type&quot;:&quot;FIGURE_OBJECT&quot;,&quot;id&quot;:&quot;f4f793a6-61a0-418a-a131-1b8b01f6586f&quot;,&quot;relativeTransform&quot;:{&quot;translate&quot;:{&quot;x&quot;:-121.5,&quot;y&quot;:-243.5},&quot;rotate&quot;:0,&quot;skewX&quot;:0,&quot;scale&quot;:{&quot;x&quot;:1,&quot;y&quot;:1}},&quot;opacity&quot;:1,&quot;path&quot;:{&quot;type&quot;:&quot;ARROW&quot;,&quot;size&quot;:{&quot;x&quot;:233,&quot;y&quot;:68},&quot;tipOffsetLeft&quot;:35,&quot;wingsOffsetRight&quot;:35},&quot;isLocked&quot;:false,&quot;pathStyles&quot;:[{&quot;type&quot;:&quot;FILL&quot;,&quot;fillStyle&quot;:&quot;rgba(229, 235, 251, 1)&quot;},{&quot;type&quot;:&quot;STROKE&quot;,&quot;strokeStyle&quot;:&quot;rgba(79, 96, 156, 1)&quot;,&quot;lineWidth&quot;:2,&quot;lineJoin&quot;:&quot;round&quot;}],&quot;parent&quot;:{&quot;type&quot;:&quot;CHILD&quot;,&quot;parentId&quot;:&quot;b2c6bbb4-888a-4f48-9c93-09180d365912&quot;,&quot;order&quot;:&quot;03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8f85da77-dabd-491c-b48b-379d8a4a455e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8f85da77-dabd-491c-b48b-379d8a4a455e&quot;:{&quot;relativeTransform&quot;:{&quot;translate&quot;:{&quot;x&quot;:-64.34162974932826,&quot;y&quot;:-170.16002097641308},&quot;rotate&quot;:0,&quot;skewX&quot;:0,&quot;scale&quot;:{&quot;x&quot;:1,&quot;y&quot;:1}},&quot;type&quot;:&quot;FIGURE_OBJECT&quot;,&quot;id&quot;:&quot;8f85da77-dabd-491c-b48b-379d8a4a455e&quot;,&quot;parent&quot;:{&quot;type&quot;:&quot;CHILD&quot;,&quot;parentId&quot;:&quot;b2c6bbb4-888a-4f48-9c93-09180d365912&quot;,&quot;order&quot;:&quot;07&quot;},&quot;name&quot;:&quot;Blood vial (serum, blood clot, with cap)&quot;,&quot;displayName&quot;:&quot;Blood vial (serum, blood clot, with cap)&quot;,&quot;source&quot;:{&quot;id&quot;:&quot;633215ebb59c93925f9eff8b&quot;,&quot;type&quot;:&quot;ASSETS&quot;},&quot;isPremium&quot;:true},&quot;5fe13515-01fd-4758-b6fc-141133c675c6&quot;:{&quot;type&quot;:&quot;FIGURE_OBJECT&quot;,&quot;id&quot;:&quot;5fe13515-01fd-4758-b6fc-141133c675c6&quot;,&quot;name&quot;:&quot;Blood vial cap&quot;,&quot;relativeTransform&quot;:{&quot;translate&quot;:{&quot;x&quot;:-64.3217576156617,&quot;y&quot;:6.144319279383456},&quot;rotate&quot;:0,&quot;skewX&quot;:0,&quot;scale&quot;:{&quot;x&quot;:0.45337148369929553,&quot;y&quot;:0.45337148369929553}},&quot;opacity&quot;:1,&quot;image&quot;:{&quot;url&quot;:&quot;https://icons.biorender.com/biorender/5dbafea2c9e7d80004b85b5f/20191031153357/image/blood-vial-cap.png&quot;,&quot;size&quot;:{&quot;x&quot;:65,&quot;y&quot;:79},&quot;isPremium&quot;:false},&quot;source&quot;:{&quot;id&quot;:&quot;5dbafea2c9e7d80004b85b5f&quot;,&quot;type&quot;:&quot;ASSETS&quot;},&quot;pathStyles&quot;:[{&quot;type&quot;:&quot;FILL&quot;,&quot;fillStyle&quot;:&quot;rgb(0,0,0)&quot;}],&quot;isLocked&quot;:false,&quot;parent&quot;:{&quot;type&quot;:&quot;CHILD&quot;,&quot;parentId&quot;:&quot;8f85da77-dabd-491c-b48b-379d8a4a455e&quot;,&quot;order&quot;:&quot;95&quot;}},&quot;eba23e1f-5c19-46e5-a402-b259bc6fd255&quot;:{&quot;id&quot;:&quot;eba23e1f-5c19-46e5-a402-b259bc6fd255&quot;,&quot;name&quot;:&quot;Blood vial (serum, blood clot)&quot;,&quot;displayName&quot;:&quot;&quot;,&quot;type&quot;:&quot;FIGURE_OBJECT&quot;,&quot;relativeTransform&quot;:{&quot;translate&quot;:{&quot;x&quot;:-64.34659325603431,&quot;y&quot;:68.982003977499},&quot;rotate&quot;:0,&quot;skewX&quot;:0,&quot;scale&quot;:{&quot;x&quot;:0.589382928809084,&quot;y&quot;:0.589382928809084}},&quot;image&quot;:{&quot;url&quot;:&quot;https://icons.biorender.com/biorender/63321450826b850021a52304/20220926210927/image/blood-vial-serum-blood-clot.png&quot;,&quot;isPremium&quot;:false,&quot;size&quot;:{&quot;x&quot;:50,&quot;y&quot;:183.84615384615387}},&quot;source&quot;:{&quot;id&quot;:&quot;63321450826b850021a52304&quot;,&quot;type&quot;:&quot;ASSETS&quot;},&quot;isPremium&quot;:false,&quot;parent&quot;:{&quot;type&quot;:&quot;CHILD&quot;,&quot;parentId&quot;:&quot;8f85da77-dabd-491c-b48b-379d8a4a455e&quot;,&quot;order&quot;:&quot;4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eb08b3bb-5964-484e-8e0f-1e61fc535edb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eb08b3bb-5964-484e-8e0f-1e61fc535edb&quot;:{&quot;type&quot;:&quot;FIGURE_OBJECT&quot;,&quot;id&quot;:&quot;eb08b3bb-5964-484e-8e0f-1e61fc535edb&quot;,&quot;relativeTransform&quot;:{&quot;translate&quot;:{&quot;x&quot;:-125.30287923797545,&quot;y&quot;:-101.4094100020531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&quot;}},&quot;8fd7f421-0f1a-4561-894b-ad059e565b8a&quot;:{&quot;type&quot;:&quot;FIGURE_OBJECT&quot;,&quot;id&quot;:&quot;8fd7f421-0f1a-4561-894b-ad059e565b8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e8cf90bf-e8d7-4b89-a1f3-aeb620cb7d65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eb08b3bb-5964-484e-8e0f-1e61fc535edb&quot;,&quot;order&quot;:&quot;05&quot;}},&quot;4b245153-11dd-4c66-9985-590fee2f1ca2&quot;:{&quot;type&quot;:&quot;FIGURE_OBJECT&quot;,&quot;id&quot;:&quot;4b245153-11dd-4c66-9985-590fee2f1ca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372a1b3-55a5-46d7-8910-40f9d6608f2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eb08b3bb-5964-484e-8e0f-1e61fc535edb&quot;,&quot;order&quot;:&quot;1&quot;},&quot;isPremium&quot;:true},&quot;e6bdbe0e-466c-4d56-8e7e-98ab1c3c2688&quot;:{&quot;type&quot;:&quot;FIGURE_OBJECT&quot;,&quot;id&quot;:&quot;e6bdbe0e-466c-4d56-8e7e-98ab1c3c268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&quot;}},&quot;bf70044e-a270-4467-9673-c5bcf3b4977d&quot;:{&quot;type&quot;:&quot;FIGURE_OBJECT&quot;,&quot;id&quot;:&quot;bf70044e-a270-4467-9673-c5bcf3b4977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25&quot;}},&quot;a8144a2b-2e7a-461c-a820-11b3f0353429&quot;:{&quot;type&quot;:&quot;FIGURE_OBJECT&quot;,&quot;id&quot;:&quot;a8144a2b-2e7a-461c-a820-11b3f035342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3&quot;}},&quot;d395c28c-85e4-4628-a80f-4f4a74cf9aef&quot;:{&quot;type&quot;:&quot;FIGURE_OBJECT&quot;,&quot;id&quot;:&quot;d395c28c-85e4-4628-a80f-4f4a74cf9aef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&quot;}},&quot;62be2e55-f3d0-45c1-a4cc-61bb18576d25&quot;:{&quot;type&quot;:&quot;FIGURE_OBJECT&quot;,&quot;id&quot;:&quot;62be2e55-f3d0-45c1-a4cc-61bb18576d25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55&quot;}},&quot;19e72aac-3249-48a8-b8bf-dea1cb3dc14c&quot;:{&quot;type&quot;:&quot;FIGURE_OBJECT&quot;,&quot;id&quot;:&quot;19e72aac-3249-48a8-b8bf-dea1cb3dc14c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6&quot;}},&quot;c31ab053-aaa5-440f-93b4-4873f53b3da0&quot;:{&quot;type&quot;:&quot;FIGURE_OBJECT&quot;,&quot;id&quot;:&quot;c31ab053-aaa5-440f-93b4-4873f53b3da0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7&quot;}},&quot;3ea32979-b621-4029-9cb1-0ac68c110317&quot;:{&quot;type&quot;:&quot;FIGURE_OBJECT&quot;,&quot;id&quot;:&quot;3ea32979-b621-4029-9cb1-0ac68c110317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eb08b3bb-5964-484e-8e0f-1e61fc535edb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08e70ab-2f02-47a6-a1f8-6d626084dd48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08e70ab-2f02-47a6-a1f8-6d626084dd48&quot;:{&quot;type&quot;:&quot;FIGURE_OBJECT&quot;,&quot;id&quot;:&quot;c08e70ab-2f02-47a6-a1f8-6d626084dd48&quot;,&quot;relativeTransform&quot;:{&quot;translate&quot;:{&quot;x&quot;:-128.67573525187242,&quot;y&quot;:-99.5116513437200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1&quot;}},&quot;d92a79c9-213a-4597-ae49-696dc4b192b9&quot;:{&quot;type&quot;:&quot;FIGURE_OBJECT&quot;,&quot;id&quot;:&quot;d92a79c9-213a-4597-ae49-696dc4b192b9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48e23636-a3d4-442e-85a2-181208c2ce37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08e70ab-2f02-47a6-a1f8-6d626084dd48&quot;,&quot;order&quot;:&quot;05&quot;}},&quot;fc9b2800-6a6c-43b1-81f2-2bf17e5038a9&quot;:{&quot;type&quot;:&quot;FIGURE_OBJECT&quot;,&quot;id&quot;:&quot;fc9b2800-6a6c-43b1-81f2-2bf17e5038a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3c799967-29ef-406f-9bdb-a4b41308747d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08e70ab-2f02-47a6-a1f8-6d626084dd48&quot;,&quot;order&quot;:&quot;1&quot;},&quot;isPremium&quot;:true},&quot;725d6f86-89c0-49c8-880b-aca171bf8b33&quot;:{&quot;type&quot;:&quot;FIGURE_OBJECT&quot;,&quot;id&quot;:&quot;725d6f86-89c0-49c8-880b-aca171bf8b33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&quot;}},&quot;f8c9f877-5986-48a8-9239-6386e451ecc9&quot;:{&quot;type&quot;:&quot;FIGURE_OBJECT&quot;,&quot;id&quot;:&quot;f8c9f877-5986-48a8-9239-6386e451ecc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25&quot;}},&quot;8b5ab9a3-0bed-4c99-9aef-d8061b3c6a00&quot;:{&quot;type&quot;:&quot;FIGURE_OBJECT&quot;,&quot;id&quot;:&quot;8b5ab9a3-0bed-4c99-9aef-d8061b3c6a00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3&quot;}},&quot;1c9c7c16-30c0-49ad-a302-d47b5dd86a8e&quot;:{&quot;type&quot;:&quot;FIGURE_OBJECT&quot;,&quot;id&quot;:&quot;1c9c7c16-30c0-49ad-a302-d47b5dd86a8e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&quot;}},&quot;2159bf93-e1cf-4d71-8260-051be7726e89&quot;:{&quot;type&quot;:&quot;FIGURE_OBJECT&quot;,&quot;id&quot;:&quot;2159bf93-e1cf-4d71-8260-051be7726e8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55&quot;}},&quot;6d226466-72bc-4698-b388-8a92ec893e53&quot;:{&quot;type&quot;:&quot;FIGURE_OBJECT&quot;,&quot;id&quot;:&quot;6d226466-72bc-4698-b388-8a92ec893e53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6&quot;}},&quot;e25f786b-1e8e-4efc-96e4-bb4208e7e80e&quot;:{&quot;type&quot;:&quot;FIGURE_OBJECT&quot;,&quot;id&quot;:&quot;e25f786b-1e8e-4efc-96e4-bb4208e7e80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7&quot;}},&quot;9b938e28-977c-4b94-9027-d48418e746f4&quot;:{&quot;type&quot;:&quot;FIGURE_OBJECT&quot;,&quot;id&quot;:&quot;9b938e28-977c-4b94-9027-d48418e746f4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08e70ab-2f02-47a6-a1f8-6d626084dd48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1a95c0b-b5bc-42a1-b110-17a1618aac70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1a95c0b-b5bc-42a1-b110-17a1618aac70&quot;:{&quot;type&quot;:&quot;FIGURE_OBJECT&quot;,&quot;id&quot;:&quot;c1a95c0b-b5bc-42a1-b110-17a1618aac70&quot;,&quot;relativeTransform&quot;:{&quot;translate&quot;:{&quot;x&quot;:-133.68245947549946,&quot;y&quot;:-101.009555927660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2&quot;}},&quot;616611e5-6f19-4032-aaeb-0fb237ff8888&quot;:{&quot;type&quot;:&quot;FIGURE_OBJECT&quot;,&quot;id&quot;:&quot;616611e5-6f19-4032-aaeb-0fb237ff888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d2dd61-5974-410d-9311-1d794f8da56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1a95c0b-b5bc-42a1-b110-17a1618aac70&quot;,&quot;order&quot;:&quot;05&quot;}},&quot;e2478fda-b682-4dd8-a894-3569260aa6ba&quot;:{&quot;type&quot;:&quot;FIGURE_OBJECT&quot;,&quot;id&quot;:&quot;e2478fda-b682-4dd8-a894-3569260aa6ba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b5fdce5e-9164-4ff8-9517-4dc60e1c4a47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1a95c0b-b5bc-42a1-b110-17a1618aac70&quot;,&quot;order&quot;:&quot;1&quot;},&quot;isPremium&quot;:true},&quot;139e3ef1-1778-48c5-b94a-14c0e051670b&quot;:{&quot;type&quot;:&quot;FIGURE_OBJECT&quot;,&quot;id&quot;:&quot;139e3ef1-1778-48c5-b94a-14c0e051670b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&quot;}},&quot;aea902a7-7691-4f07-b456-5b98496803be&quot;:{&quot;type&quot;:&quot;FIGURE_OBJECT&quot;,&quot;id&quot;:&quot;aea902a7-7691-4f07-b456-5b98496803be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25&quot;}},&quot;0b8a8b70-c30e-40cd-bc3e-14cb134526e9&quot;:{&quot;type&quot;:&quot;FIGURE_OBJECT&quot;,&quot;id&quot;:&quot;0b8a8b70-c30e-40cd-bc3e-14cb134526e9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3&quot;}},&quot;c1f2bba3-9bef-480b-a45e-d497835f1162&quot;:{&quot;type&quot;:&quot;FIGURE_OBJECT&quot;,&quot;id&quot;:&quot;c1f2bba3-9bef-480b-a45e-d497835f116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&quot;}},&quot;8da528a2-7b42-496c-8bc1-1c497185ba3f&quot;:{&quot;type&quot;:&quot;FIGURE_OBJECT&quot;,&quot;id&quot;:&quot;8da528a2-7b42-496c-8bc1-1c497185ba3f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55&quot;}},&quot;1ca5fb92-69c4-451a-b1df-600be5b03db7&quot;:{&quot;type&quot;:&quot;FIGURE_OBJECT&quot;,&quot;id&quot;:&quot;1ca5fb92-69c4-451a-b1df-600be5b03db7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6&quot;}},&quot;410b0af7-ca94-48fe-9e5a-21aba69f5eed&quot;:{&quot;type&quot;:&quot;FIGURE_OBJECT&quot;,&quot;id&quot;:&quot;410b0af7-ca94-48fe-9e5a-21aba69f5ee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7&quot;}},&quot;c19ca356-072f-44ef-ad84-498829cfe408&quot;:{&quot;type&quot;:&quot;FIGURE_OBJECT&quot;,&quot;id&quot;:&quot;c19ca356-072f-44ef-ad84-498829cfe408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1a95c0b-b5bc-42a1-b110-17a1618aac70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b3bf4eb7-f479-4629-ab14-e8a89cd859fe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b3bf4eb7-f479-4629-ab14-e8a89cd859fe&quot;:{&quot;type&quot;:&quot;FIGURE_OBJECT&quot;,&quot;id&quot;:&quot;b3bf4eb7-f479-4629-ab14-e8a89cd859fe&quot;,&quot;relativeTransform&quot;:{&quot;translate&quot;:{&quot;x&quot;:-131.94761882569713,&quot;y&quot;:-93.75502897877153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5&quot;}},&quot;5a3e875c-6cf6-4e90-a20a-b5422db4c282&quot;:{&quot;type&quot;:&quot;FIGURE_OBJECT&quot;,&quot;id&quot;:&quot;5a3e875c-6cf6-4e90-a20a-b5422db4c28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d62e306-6633-4fa1-a888-0974a05b525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b3bf4eb7-f479-4629-ab14-e8a89cd859fe&quot;,&quot;order&quot;:&quot;05&quot;}},&quot;6509ad7a-a360-483d-bc1c-84e58d6a53d2&quot;:{&quot;type&quot;:&quot;FIGURE_OBJECT&quot;,&quot;id&quot;:&quot;6509ad7a-a360-483d-bc1c-84e58d6a53d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2075c9f-c99a-4f9b-9080-61bd38445a1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b3bf4eb7-f479-4629-ab14-e8a89cd859fe&quot;,&quot;order&quot;:&quot;1&quot;},&quot;isPremium&quot;:true},&quot;9189c9d5-f1cd-47e3-976d-a621571699a1&quot;:{&quot;type&quot;:&quot;FIGURE_OBJECT&quot;,&quot;id&quot;:&quot;9189c9d5-f1cd-47e3-976d-a621571699a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&quot;}},&quot;db880278-25f7-4096-ab27-0b3ad286bcf9&quot;:{&quot;type&quot;:&quot;FIGURE_OBJECT&quot;,&quot;id&quot;:&quot;db880278-25f7-4096-ab27-0b3ad286bcf9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25&quot;}},&quot;871d9af4-cbe2-4e49-b3dd-ac80934a9d43&quot;:{&quot;type&quot;:&quot;FIGURE_OBJECT&quot;,&quot;id&quot;:&quot;871d9af4-cbe2-4e49-b3dd-ac80934a9d4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3&quot;}},&quot;b4bf2866-abae-4974-923a-b25c9c562744&quot;:{&quot;type&quot;:&quot;FIGURE_OBJECT&quot;,&quot;id&quot;:&quot;b4bf2866-abae-4974-923a-b25c9c56274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&quot;}},&quot;58efdf24-2551-4792-995a-866929d286ce&quot;:{&quot;type&quot;:&quot;FIGURE_OBJECT&quot;,&quot;id&quot;:&quot;58efdf24-2551-4792-995a-866929d286ce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55&quot;}},&quot;cf296718-abc0-4570-83f8-1416ed28ad89&quot;:{&quot;type&quot;:&quot;FIGURE_OBJECT&quot;,&quot;id&quot;:&quot;cf296718-abc0-4570-83f8-1416ed28ad89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6&quot;}},&quot;967fa939-0f6d-4ecb-b2cb-d6b66a2c1e7a&quot;:{&quot;type&quot;:&quot;FIGURE_OBJECT&quot;,&quot;id&quot;:&quot;967fa939-0f6d-4ecb-b2cb-d6b66a2c1e7a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7&quot;}},&quot;35f48aef-408a-4761-af19-933a1ad9fec5&quot;:{&quot;type&quot;:&quot;FIGURE_OBJECT&quot;,&quot;id&quot;:&quot;35f48aef-408a-4761-af19-933a1ad9fec5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b3bf4eb7-f479-4629-ab14-e8a89cd859fe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afa6cae4-259a-4408-af07-08ba586becc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afa6cae4-259a-4408-af07-08ba586beccf&quot;:{&quot;type&quot;:&quot;FIGURE_OBJECT&quot;,&quot;id&quot;:&quot;afa6cae4-259a-4408-af07-08ba586beccf&quot;,&quot;relativeTransform&quot;:{&quot;translate&quot;:{&quot;x&quot;:-125.46267065663795,&quot;y&quot;:-94.7022477961887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6&quot;}},&quot;1d273680-82b8-42ac-b8d6-8ae06d42b6d8&quot;:{&quot;type&quot;:&quot;FIGURE_OBJECT&quot;,&quot;id&quot;:&quot;1d273680-82b8-42ac-b8d6-8ae06d42b6d8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3c2d39d-1f2b-4f7e-a525-05eb987280df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fa6cae4-259a-4408-af07-08ba586beccf&quot;,&quot;order&quot;:&quot;05&quot;}},&quot;fcb9fbfb-f552-4110-8d2f-97932c86bb12&quot;:{&quot;type&quot;:&quot;FIGURE_OBJECT&quot;,&quot;id&quot;:&quot;fcb9fbfb-f552-4110-8d2f-97932c86bb12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9ac39f7-6243-4674-b469-7387944dc90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fa6cae4-259a-4408-af07-08ba586beccf&quot;,&quot;order&quot;:&quot;1&quot;},&quot;isPremium&quot;:true},&quot;d6be6b1d-2a86-49f4-bdc4-a7c04a321862&quot;:{&quot;type&quot;:&quot;FIGURE_OBJECT&quot;,&quot;id&quot;:&quot;d6be6b1d-2a86-49f4-bdc4-a7c04a32186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&quot;}},&quot;b8a749b8-7048-4292-8517-a2b2376d61dd&quot;:{&quot;type&quot;:&quot;FIGURE_OBJECT&quot;,&quot;id&quot;:&quot;b8a749b8-7048-4292-8517-a2b2376d61dd&quot;,&quot;name&quot;:&quot;Dynein&quot;,&quot;relativeTransform&quot;:{&quot;translate&quot;:{&quot;x&quot;:0.3275585589862637,&quot;y&quot;:1.7040340899488446},&quot;rotate&quot;:-0.22401597483304317,&quot;skewX&quot;:3.71638331067567e-17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25&quot;}},&quot;a10e6c1a-575c-4082-a344-53656214aed3&quot;:{&quot;type&quot;:&quot;FIGURE_OBJECT&quot;,&quot;id&quot;:&quot;a10e6c1a-575c-4082-a344-53656214aed3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3&quot;}},&quot;17c6c97d-13b4-438a-abcb-0e4869c5e412&quot;:{&quot;type&quot;:&quot;FIGURE_OBJECT&quot;,&quot;id&quot;:&quot;17c6c97d-13b4-438a-abcb-0e4869c5e412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&quot;}},&quot;c8bf5dce-8a4e-405f-89ed-5265f6cc4004&quot;:{&quot;type&quot;:&quot;FIGURE_OBJECT&quot;,&quot;id&quot;:&quot;c8bf5dce-8a4e-405f-89ed-5265f6cc4004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55&quot;}},&quot;84e6e466-8ffd-4d2c-a4a8-ffefce858b78&quot;:{&quot;type&quot;:&quot;FIGURE_OBJECT&quot;,&quot;id&quot;:&quot;84e6e466-8ffd-4d2c-a4a8-ffefce858b78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6&quot;}},&quot;24aee3dd-b053-4027-a015-6f27667bfb5e&quot;:{&quot;type&quot;:&quot;FIGURE_OBJECT&quot;,&quot;id&quot;:&quot;24aee3dd-b053-4027-a015-6f27667bfb5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7&quot;}},&quot;a1ca45f2-21c3-4786-8e40-5702f6dafb7c&quot;:{&quot;type&quot;:&quot;FIGURE_OBJECT&quot;,&quot;id&quot;:&quot;a1ca45f2-21c3-4786-8e40-5702f6dafb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fa6cae4-259a-4408-af07-08ba586beccf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5c33f15a-261f-4d62-9010-fdbf3a304f96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5c33f15a-261f-4d62-9010-fdbf3a304f96&quot;:{&quot;type&quot;:&quot;FIGURE_OBJECT&quot;,&quot;id&quot;:&quot;5c33f15a-261f-4d62-9010-fdbf3a304f96&quot;,&quot;relativeTransform&quot;:{&quot;translate&quot;:{&quot;x&quot;:-125.30287923797545,&quot;y&quot;:-86.50035976689786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17&quot;}},&quot;a1cc5546-6778-4f7d-acab-c8288455dd5a&quot;:{&quot;type&quot;:&quot;FIGURE_OBJECT&quot;,&quot;id&quot;:&quot;a1cc5546-6778-4f7d-acab-c8288455dd5a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f525116c-bb59-4c57-8a49-668651100b3a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5c33f15a-261f-4d62-9010-fdbf3a304f96&quot;,&quot;order&quot;:&quot;05&quot;}},&quot;ae175781-7bc1-4133-bb26-eda192be1639&quot;:{&quot;type&quot;:&quot;FIGURE_OBJECT&quot;,&quot;id&quot;:&quot;ae175781-7bc1-4133-bb26-eda192be1639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d1227b2-2877-4cb3-93f5-7370ae6b438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5c33f15a-261f-4d62-9010-fdbf3a304f96&quot;,&quot;order&quot;:&quot;1&quot;},&quot;isPremium&quot;:true},&quot;5bb75e09-9dc2-4991-8ebd-561fb0ae3e71&quot;:{&quot;type&quot;:&quot;FIGURE_OBJECT&quot;,&quot;id&quot;:&quot;5bb75e09-9dc2-4991-8ebd-561fb0ae3e71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&quot;}},&quot;7b403b91-fd2f-4764-8a22-750c3070325d&quot;:{&quot;type&quot;:&quot;FIGURE_OBJECT&quot;,&quot;id&quot;:&quot;7b403b91-fd2f-4764-8a22-750c3070325d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25&quot;}},&quot;c28c4bbb-2a81-4778-86a1-9d6da4daed5b&quot;:{&quot;type&quot;:&quot;FIGURE_OBJECT&quot;,&quot;id&quot;:&quot;c28c4bbb-2a81-4778-86a1-9d6da4daed5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3&quot;}},&quot;cc58623f-2b7d-4172-98cd-f36455e3e9e4&quot;:{&quot;type&quot;:&quot;FIGURE_OBJECT&quot;,&quot;id&quot;:&quot;cc58623f-2b7d-4172-98cd-f36455e3e9e4&quot;,&quot;name&quot;:&quot;Dynein&quot;,&quot;relativeTransform&quot;:{&quot;translate&quot;:{&quot;x&quot;:-1.722773870608156,&quot;y&quot;:0.3393260171768346},&quot;rotate&quot;:1.4125511669735011,&quot;skewX&quot;:-0.004327714754075875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&quot;}},&quot;58ec74d1-9adb-42c3-a4cf-fdded4b5e339&quot;:{&quot;type&quot;:&quot;FIGURE_OBJECT&quot;,&quot;id&quot;:&quot;58ec74d1-9adb-42c3-a4cf-fdded4b5e339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55&quot;}},&quot;9a41438d-059e-4ae9-86a7-b9f5dfce46f6&quot;:{&quot;type&quot;:&quot;FIGURE_OBJECT&quot;,&quot;id&quot;:&quot;9a41438d-059e-4ae9-86a7-b9f5dfce46f6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6&quot;}},&quot;2ea814d8-93d2-4a28-aadf-2ea3ce59891e&quot;:{&quot;type&quot;:&quot;FIGURE_OBJECT&quot;,&quot;id&quot;:&quot;2ea814d8-93d2-4a28-aadf-2ea3ce59891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7&quot;}},&quot;31671a86-3f16-45da-9232-683ecc1723e0&quot;:{&quot;type&quot;:&quot;FIGURE_OBJECT&quot;,&quot;id&quot;:&quot;31671a86-3f16-45da-9232-683ecc1723e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5c33f15a-261f-4d62-9010-fdbf3a304f96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f465f6a9-de07-45e8-bd5c-446886588b23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f465f6a9-de07-45e8-bd5c-446886588b23&quot;:{&quot;type&quot;:&quot;FIGURE_OBJECT&quot;,&quot;id&quot;:&quot;f465f6a9-de07-45e8-bd5c-446886588b23&quot;,&quot;relativeTransform&quot;:{&quot;translate&quot;:{&quot;x&quot;:-128.67573525187242,&quot;y&quot;:-84.60260110856481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&quot;}},&quot;7f4db1f4-0e29-4cdd-976c-c0b3ed9ad587&quot;:{&quot;type&quot;:&quot;FIGURE_OBJECT&quot;,&quot;id&quot;:&quot;7f4db1f4-0e29-4cdd-976c-c0b3ed9ad587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cc0d5428-d47f-4131-972e-faca41f1c6e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f465f6a9-de07-45e8-bd5c-446886588b23&quot;,&quot;order&quot;:&quot;05&quot;}},&quot;d6e1a948-aa56-4aca-8b2e-246e7eb5da64&quot;:{&quot;type&quot;:&quot;FIGURE_OBJECT&quot;,&quot;id&quot;:&quot;d6e1a948-aa56-4aca-8b2e-246e7eb5da64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5779dcb7-74a5-4bbc-a58d-0c2841c46d51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f465f6a9-de07-45e8-bd5c-446886588b23&quot;,&quot;order&quot;:&quot;1&quot;},&quot;isPremium&quot;:true},&quot;c3408b1f-88fe-4232-a978-0a3f5d7d247d&quot;:{&quot;type&quot;:&quot;FIGURE_OBJECT&quot;,&quot;id&quot;:&quot;c3408b1f-88fe-4232-a978-0a3f5d7d247d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&quot;}},&quot;7bfac69b-1fc1-4b62-9e12-437bb45e498c&quot;:{&quot;type&quot;:&quot;FIGURE_OBJECT&quot;,&quot;id&quot;:&quot;7bfac69b-1fc1-4b62-9e12-437bb45e498c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25&quot;}},&quot;5800a7f4-12e0-47f2-b3c7-a377806663b5&quot;:{&quot;type&quot;:&quot;FIGURE_OBJECT&quot;,&quot;id&quot;:&quot;5800a7f4-12e0-47f2-b3c7-a377806663b5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3&quot;}},&quot;0182c2d6-c62e-4a68-8c2b-14ec2d853f5a&quot;:{&quot;type&quot;:&quot;FIGURE_OBJECT&quot;,&quot;id&quot;:&quot;0182c2d6-c62e-4a68-8c2b-14ec2d853f5a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&quot;}},&quot;c3b5fd70-f282-401b-8db3-33d65095efe8&quot;:{&quot;type&quot;:&quot;FIGURE_OBJECT&quot;,&quot;id&quot;:&quot;c3b5fd70-f282-401b-8db3-33d65095efe8&quot;,&quot;name&quot;:&quot;Dynein&quot;,&quot;relativeTransform&quot;:{&quot;translate&quot;:{&quot;x&quot;:1.724049960509837,&quot;y&quot;:-0.3935947811349533},&quot;rotate&quot;:-1.7252165513360915,&quot;skewX&quot;:-0.0045778094403564245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55&quot;}},&quot;caad1aaa-72f2-48ec-8b43-8647c20464c2&quot;:{&quot;type&quot;:&quot;FIGURE_OBJECT&quot;,&quot;id&quot;:&quot;caad1aaa-72f2-48ec-8b43-8647c20464c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6&quot;}},&quot;621fff5e-0598-457d-b857-abf2729bb3db&quot;:{&quot;type&quot;:&quot;FIGURE_OBJECT&quot;,&quot;id&quot;:&quot;621fff5e-0598-457d-b857-abf2729bb3db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7&quot;}},&quot;4f1ef510-cb64-40f8-9411-b2b7f2df0e53&quot;:{&quot;type&quot;:&quot;FIGURE_OBJECT&quot;,&quot;id&quot;:&quot;4f1ef510-cb64-40f8-9411-b2b7f2df0e53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f465f6a9-de07-45e8-bd5c-446886588b23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cb74e216-5ba7-46cf-a288-bbbf0bea4c1c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cb74e216-5ba7-46cf-a288-bbbf0bea4c1c&quot;:{&quot;type&quot;:&quot;FIGURE_OBJECT&quot;,&quot;id&quot;:&quot;cb74e216-5ba7-46cf-a288-bbbf0bea4c1c&quot;,&quot;relativeTransform&quot;:{&quot;translate&quot;:{&quot;x&quot;:-133.68245947549946,&quot;y&quot;:-86.1005056925055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1&quot;}},&quot;0d51a819-5460-490d-bff3-6f9e2da5fad2&quot;:{&quot;type&quot;:&quot;FIGURE_OBJECT&quot;,&quot;id&quot;:&quot;0d51a819-5460-490d-bff3-6f9e2da5fad2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a8bf4fa6-beff-49c2-91eb-adf9a84c9362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cb74e216-5ba7-46cf-a288-bbbf0bea4c1c&quot;,&quot;order&quot;:&quot;05&quot;}},&quot;1d5e20a5-2b24-4dd2-a167-50ff74649cef&quot;:{&quot;type&quot;:&quot;FIGURE_OBJECT&quot;,&quot;id&quot;:&quot;1d5e20a5-2b24-4dd2-a167-50ff74649cef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c18cca1b-e87b-4b3d-8405-7b6a5647b3d2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cb74e216-5ba7-46cf-a288-bbbf0bea4c1c&quot;,&quot;order&quot;:&quot;1&quot;},&quot;isPremium&quot;:true},&quot;7115da16-c43b-4c66-bf33-44836f2b9fe2&quot;:{&quot;type&quot;:&quot;FIGURE_OBJECT&quot;,&quot;id&quot;:&quot;7115da16-c43b-4c66-bf33-44836f2b9fe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&quot;}},&quot;f2239f72-e410-4619-ad10-4fbaf3749ad1&quot;:{&quot;type&quot;:&quot;FIGURE_OBJECT&quot;,&quot;id&quot;:&quot;f2239f72-e410-4619-ad10-4fbaf3749ad1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25&quot;}},&quot;cf2c9f87-83e3-4192-811c-f560054c24ab&quot;:{&quot;type&quot;:&quot;FIGURE_OBJECT&quot;,&quot;id&quot;:&quot;cf2c9f87-83e3-4192-811c-f560054c24ab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3&quot;}},&quot;62b807ee-ae0c-4cda-b8e7-f23ec2b17ed9&quot;:{&quot;type&quot;:&quot;FIGURE_OBJECT&quot;,&quot;id&quot;:&quot;62b807ee-ae0c-4cda-b8e7-f23ec2b17ed9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&quot;}},&quot;748a878e-5a57-45fa-8594-729986e59429&quot;:{&quot;type&quot;:&quot;FIGURE_OBJECT&quot;,&quot;id&quot;:&quot;748a878e-5a57-45fa-8594-729986e59429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55&quot;}},&quot;e741f90d-ee4f-43cf-85cc-889e8bd4fb0e&quot;:{&quot;type&quot;:&quot;FIGURE_OBJECT&quot;,&quot;id&quot;:&quot;e741f90d-ee4f-43cf-85cc-889e8bd4fb0e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6&quot;}},&quot;06447aab-1893-4a26-8260-9232cd615a2d&quot;:{&quot;type&quot;:&quot;FIGURE_OBJECT&quot;,&quot;id&quot;:&quot;06447aab-1893-4a26-8260-9232cd615a2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7&quot;}},&quot;379996b2-56db-4315-814e-829b4e05457c&quot;:{&quot;type&quot;:&quot;FIGURE_OBJECT&quot;,&quot;id&quot;:&quot;379996b2-56db-4315-814e-829b4e05457c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cb74e216-5ba7-46cf-a288-bbbf0bea4c1c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adeb27bd-ef1a-406b-bd3d-b6227f3291af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adeb27bd-ef1a-406b-bd3d-b6227f3291af&quot;:{&quot;type&quot;:&quot;FIGURE_OBJECT&quot;,&quot;id&quot;:&quot;adeb27bd-ef1a-406b-bd3d-b6227f3291af&quot;,&quot;relativeTransform&quot;:{&quot;translate&quot;:{&quot;x&quot;:-131.94761882569713,&quot;y&quot;:-78.84597874361629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2&quot;}},&quot;f70fa1b6-ca40-46f8-8821-dcda71690bef&quot;:{&quot;type&quot;:&quot;FIGURE_OBJECT&quot;,&quot;id&quot;:&quot;f70fa1b6-ca40-46f8-8821-dcda71690bef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05cb4810-c073-43e5-8849-53a916894db8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adeb27bd-ef1a-406b-bd3d-b6227f3291af&quot;,&quot;order&quot;:&quot;05&quot;}},&quot;2dce603b-45d2-404f-8650-0bbfd06465cd&quot;:{&quot;type&quot;:&quot;FIGURE_OBJECT&quot;,&quot;id&quot;:&quot;2dce603b-45d2-404f-8650-0bbfd06465c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76552de3-7079-4e40-a30b-c960393d1c69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adeb27bd-ef1a-406b-bd3d-b6227f3291af&quot;,&quot;order&quot;:&quot;1&quot;},&quot;isPremium&quot;:true},&quot;fde812a7-a578-4967-a8cf-6d4ca23c0b92&quot;:{&quot;type&quot;:&quot;FIGURE_OBJECT&quot;,&quot;id&quot;:&quot;fde812a7-a578-4967-a8cf-6d4ca23c0b92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&quot;}},&quot;11dda97e-4252-4382-808c-68505f1fa8d0&quot;:{&quot;type&quot;:&quot;FIGURE_OBJECT&quot;,&quot;id&quot;:&quot;11dda97e-4252-4382-808c-68505f1fa8d0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25&quot;}},&quot;fa74ea5e-f3d3-4fc2-91de-3db807ed18cc&quot;:{&quot;type&quot;:&quot;FIGURE_OBJECT&quot;,&quot;id&quot;:&quot;fa74ea5e-f3d3-4fc2-91de-3db807ed18cc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3&quot;}},&quot;132324f3-7575-4a58-8c1b-6fb486b6553b&quot;:{&quot;type&quot;:&quot;FIGURE_OBJECT&quot;,&quot;id&quot;:&quot;132324f3-7575-4a58-8c1b-6fb486b6553b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&quot;}},&quot;f5fa62f2-39c4-4416-aee9-61ef1e9cb90d&quot;:{&quot;type&quot;:&quot;FIGURE_OBJECT&quot;,&quot;id&quot;:&quot;f5fa62f2-39c4-4416-aee9-61ef1e9cb90d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55&quot;}},&quot;677d1841-5509-478a-b3af-58ba9621ab92&quot;:{&quot;type&quot;:&quot;FIGURE_OBJECT&quot;,&quot;id&quot;:&quot;677d1841-5509-478a-b3af-58ba9621ab92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6&quot;}},&quot;6bd31a87-4e35-49b0-92b2-16d166e209dd&quot;:{&quot;type&quot;:&quot;FIGURE_OBJECT&quot;,&quot;id&quot;:&quot;6bd31a87-4e35-49b0-92b2-16d166e209dd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7&quot;}},&quot;2e2c801f-eba4-4eb6-a39e-7f4bce061280&quot;:{&quot;type&quot;:&quot;FIGURE_OBJECT&quot;,&quot;id&quot;:&quot;2e2c801f-eba4-4eb6-a39e-7f4bce061280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adeb27bd-ef1a-406b-bd3d-b6227f3291af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fc5af53-2cd0-49b6-9b2a-ec7a6a93c18d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fc5af53-2cd0-49b6-9b2a-ec7a6a93c18d&quot;:{&quot;type&quot;:&quot;FIGURE_OBJECT&quot;,&quot;id&quot;:&quot;7fc5af53-2cd0-49b6-9b2a-ec7a6a93c18d&quot;,&quot;relativeTransform&quot;:{&quot;translate&quot;:{&quot;x&quot;:-125.46267065663795,&quot;y&quot;:-79.79319756103354},&quot;rotate&quot;:1.494860670824653,&quot;skewX&quot;:0,&quot;scale&quot;:{&quot;x&quot;:1,&quot;y&quot;:1}},&quot;opacity&quot;:1,&quot;source&quot;:{&quot;type&quot;:&quot;ASSETS&quot;},&quot;pathStyles&quot;:[{&quot;type&quot;:&quot;FILL&quot;,&quot;fillStyle&quot;:&quot;rgb(0,0,0)&quot;}],&quot;isLocked&quot;:false,&quot;parent&quot;:{&quot;type&quot;:&quot;CHILD&quot;,&quot;parentId&quot;:&quot;b2c6bbb4-888a-4f48-9c93-09180d365912&quot;,&quot;order&quot;:&quot;23&quot;}},&quot;f7dec314-3797-448f-bac6-3f154e86251c&quot;:{&quot;type&quot;:&quot;FIGURE_OBJECT&quot;,&quot;id&quot;:&quot;f7dec314-3797-448f-bac6-3f154e86251c&quot;,&quot;name&quot;:&quot;07. Membrane brush (small circle)&quot;,&quot;relativeTransform&quot;:{&quot;translate&quot;:{&quot;x&quot;:0.011041591287675541,&quot;y&quot;:-0.006508147291123507},&quot;rotate&quot;:-2.0769418098732516e-16,&quot;skewX&quot;:2.2904418923519504e-31},&quot;opacity&quot;:1,&quot;source&quot;:{&quot;id&quot;:&quot;5f4663db2c321c00b3f53263&quot;,&quot;type&quot;:&quot;ASSETS&quot;},&quot;path&quot;:{&quot;type&quot;:&quot;ARC&quot;,&quot;size&quot;:{&quot;x&quot;:2.9826017106031877,&quot;y&quot;:2.982601710603186},&quot;startAngle&quot;:3.141592653589793,&quot;sweepAngle&quot;:6.283185307179586},&quot;pathStyles&quot;:[{&quot;type&quot;:&quot;FILL&quot;,&quot;fillStyle&quot;:&quot;rgba(248, 231, 190, 1)&quot;},{&quot;type&quot;:&quot;STROKE&quot;,&quot;strokeStyle&quot;:&quot;rgba(0,0,0,0)&quot;,&quot;lineWidth&quot;:0.3407388517662385,&quot;lineJoin&quot;:&quot;round&quot;}],&quot;pathPattern&quot;:{&quot;type&quot;:&quot;ROW&quot;,&quot;patternId&quot;:&quot;2abd9879-d3e7-455f-8fa3-4a02bda27163&quot;,&quot;patternTransform&quot;:{&quot;translate&quot;:{&quot;x&quot;:-0.04496124031007748,&quot;y&quot;:-0.5},&quot;rotate&quot;:0,&quot;skewX&quot;:0,&quot;scale&quot;:{&quot;x&quot;:0.007751937984496124,&quot;y&quot;:0.007751937984496124}},&quot;xUnits&quot;:&quot;STROKE_WIDTH&quot;,&quot;yUnits&quot;:&quot;STROKE_WIDTH&quot;,&quot;bending&quot;:true,&quot;repeat&quot;:{&quot;distance&quot;:0.6852713178294574,&quot;align&quot;:&quot;STRETCH&quot;},&quot;isPremium&quot;:false},&quot;isLocked&quot;:false,&quot;parent&quot;:{&quot;type&quot;:&quot;CHILD&quot;,&quot;parentId&quot;:&quot;7fc5af53-2cd0-49b6-9b2a-ec7a6a93c18d&quot;,&quot;order&quot;:&quot;05&quot;}},&quot;13186e8d-0b7d-43ce-a31f-db7553da6d6d&quot;:{&quot;type&quot;:&quot;FIGURE_OBJECT&quot;,&quot;id&quot;:&quot;13186e8d-0b7d-43ce-a31f-db7553da6d6d&quot;,&quot;name&quot;:&quot;ssDNA brush 1 (straight)&quot;,&quot;relativeTransform&quot;:{&quot;translate&quot;:{&quot;x&quot;:0.03307557042874712,&quot;y&quot;:0.06506699448513706},&quot;rotate&quot;:-2.0769418098732516e-16},&quot;opacity&quot;:1,&quot;source&quot;:{&quot;id&quot;:&quot;5e75579f02a72400a91d3db0&quot;,&quot;type&quot;:&quot;ASSETS&quot;},&quot;path&quot;:{&quot;type&quot;:&quot;POLY_LINE&quot;,&quot;points&quot;:[{&quot;x&quot;:1.2841394040355298,&quot;y&quot;:0.3260940500937767},{&quot;x&quot;:-1.2841394040355298,&quot;y&quot;:-0.3260940500937767}],&quot;closed&quot;:false},&quot;pathStyles&quot;:[{&quot;type&quot;:&quot;FILL&quot;,&quot;fillStyle&quot;:&quot;rgba(0,0,0,0)&quot;},{&quot;type&quot;:&quot;STROKE&quot;,&quot;strokeStyle&quot;:&quot;rgba(0,0,0,0)&quot;,&quot;lineWidth&quot;:0.5678980862770643,&quot;lineJoin&quot;:&quot;round&quot;}],&quot;pathSmoothing&quot;:{&quot;type&quot;:&quot;CATMULL_SMOOTHING&quot;,&quot;smoothing&quot;:0.2},&quot;pathPattern&quot;:{&quot;type&quot;:&quot;ROW&quot;,&quot;patternId&quot;:&quot;9298492d-15ac-4f4a-8781-160020aaf373&quot;,&quot;patternTransform&quot;:{&quot;translate&quot;:{&quot;x&quot;:0.00002787499454436743,&quot;y&quot;:-0.5},&quot;rotate&quot;:0,&quot;skewX&quot;:0,&quot;scale&quot;:{&quot;x&quot;:0.00558659217877095,&quot;y&quot;:0.00558659217877095}},&quot;xUnits&quot;:&quot;STROKE_WIDTH&quot;,&quot;yUnits&quot;:&quot;STROKE_WIDTH&quot;,&quot;bending&quot;:true,&quot;repeat&quot;:{&quot;distance&quot;:2.048435658715957,&quot;align&quot;:&quot;CENTER&quot;},&quot;isPremium&quot;:true},&quot;isLocked&quot;:false,&quot;parent&quot;:{&quot;type&quot;:&quot;CHILD&quot;,&quot;parentId&quot;:&quot;7fc5af53-2cd0-49b6-9b2a-ec7a6a93c18d&quot;,&quot;order&quot;:&quot;1&quot;},&quot;isPremium&quot;:true},&quot;f8e95a32-4f8f-4b2d-ba3d-99f1151144c8&quot;:{&quot;type&quot;:&quot;FIGURE_OBJECT&quot;,&quot;id&quot;:&quot;f8e95a32-4f8f-4b2d-ba3d-99f1151144c8&quot;,&quot;name&quot;:&quot;Dynein&quot;,&quot;relativeTransform&quot;:{&quot;translate&quot;:{&quot;x&quot;:-0.8732353862012263,&quot;y&quot;:1.506664115610648},&quot;rotate&quot;:0.6493182909199572,&quot;skewX&quot;:0.03247484449532055,&quot;scale&quot;:{&quot;x&quot;:0.0017204689922320855,&quot;y&quot;:0.0017114728632568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&quot;}},&quot;b0625a9e-6934-4461-9e44-30840e211527&quot;:{&quot;type&quot;:&quot;FIGURE_OBJECT&quot;,&quot;id&quot;:&quot;b0625a9e-6934-4461-9e44-30840e211527&quot;,&quot;name&quot;:&quot;Dynein&quot;,&quot;relativeTransform&quot;:{&quot;translate&quot;:{&quot;x&quot;:0.3275585589862637,&quot;y&quot;:1.7040340899488446},&quot;rotate&quot;:-0.22401597483304317,&quot;skewX&quot;:1.114914993202701e-16,&quot;scale&quot;:{&quot;x&quot;:0.001687892983000738,&quot;y&quot;:0.001744503959632081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25&quot;}},&quot;cb368d33-dc28-476d-8f6d-2f7e87ecbf86&quot;:{&quot;type&quot;:&quot;FIGURE_OBJECT&quot;,&quot;id&quot;:&quot;cb368d33-dc28-476d-8f6d-2f7e87ecbf86&quot;,&quot;name&quot;:&quot;Dynein&quot;,&quot;relativeTransform&quot;:{&quot;translate&quot;:{&quot;x&quot;:1.4263686411822132,&quot;y&quot;:1.0142077749526972},&quot;rotate&quot;:-1.0348638507659949,&quot;skewX&quot;:-0.032940588335262595,&quot;scale&quot;:{&quot;x&quot;:0.0017169392587025331,&quot;y&quot;:0.0017149913588120325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3&quot;}},&quot;94141e6a-aa83-4127-9f60-81fd98d98d84&quot;:{&quot;type&quot;:&quot;FIGURE_OBJECT&quot;,&quot;id&quot;:&quot;94141e6a-aa83-4127-9f60-81fd98d98d84&quot;,&quot;name&quot;:&quot;Dynein&quot;,&quot;relativeTransform&quot;:{&quot;translate&quot;:{&quot;x&quot;:-1.722773870608156,&quot;y&quot;:0.3393260171768346},&quot;rotate&quot;:1.4125511669735011,&quot;skewX&quot;:-0.004327714754075789,&quot;scale&quot;:{&quot;x&quot;:0.0017442470416588487,&quot;y&quot;:0.0016881416003317956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&quot;}},&quot;cd451d9f-8328-48fa-847b-78019ba0fccc&quot;:{&quot;type&quot;:&quot;FIGURE_OBJECT&quot;,&quot;id&quot;:&quot;cd451d9f-8328-48fa-847b-78019ba0fccc&quot;,&quot;name&quot;:&quot;Dynein&quot;,&quot;relativeTransform&quot;:{&quot;translate&quot;:{&quot;x&quot;:1.724049960509837,&quot;y&quot;:-0.3935947811349533},&quot;rotate&quot;:-1.7252165513360915,&quot;skewX&quot;:-0.004577809440356511,&quot;scale&quot;:{&quot;x&quot;:0.0017442163476062867,&quot;y&quot;:0.001688171307602403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55&quot;}},&quot;8843f2e4-013e-4765-91e4-b3cb781f0385&quot;:{&quot;type&quot;:&quot;FIGURE_OBJECT&quot;,&quot;id&quot;:&quot;8843f2e4-013e-4765-91e4-b3cb781f0385&quot;,&quot;name&quot;:&quot;Dynein&quot;,&quot;relativeTransform&quot;:{&quot;translate&quot;:{&quot;x&quot;:1.0074842189622615,&quot;y&quot;:-1.4240499050819049},&quot;rotate&quot;:-2.4410737568554626,&quot;skewX&quot;:0.03171531320509936,&quot;scale&quot;:{&quot;x&quot;:0.001723321621040468,&quot;y&quot;:0.0017086398477970677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6&quot;}},&quot;42ccb6d1-333f-478d-82b8-bbe5bcfe934e&quot;:{&quot;type&quot;:&quot;FIGURE_OBJECT&quot;,&quot;id&quot;:&quot;42ccb6d1-333f-478d-82b8-bbe5bcfe934e&quot;,&quot;name&quot;:&quot;Dynein&quot;,&quot;relativeTransform&quot;:{&quot;translate&quot;:{&quot;x&quot;:-1.428167457937166,&quot;y&quot;:-0.9648460252797734},&quot;rotate&quot;:2.165309333942834,&quot;skewX&quot;:-0.03291094447523367,&quot;scale&quot;:{&quot;x&quot;:0.0017136284530622108,&quot;y&quot;:0.001718304797646289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7&quot;}},&quot;689f5987-22b0-4bbc-bf36-00059f699516&quot;:{&quot;type&quot;:&quot;FIGURE_OBJECT&quot;,&quot;id&quot;:&quot;689f5987-22b0-4bbc-bf36-00059f699516&quot;,&quot;name&quot;:&quot;Dynein&quot;,&quot;relativeTransform&quot;:{&quot;translate&quot;:{&quot;x&quot;:-0.3408323142105895,&quot;y&quot;:-1.6967107194629307},&quot;rotate&quot;:2.8914826832077147,&quot;skewX&quot;:-0.0017211720456747133,&quot;scale&quot;:{&quot;x&quot;:0.0016879296660898,&quot;y&quot;:0.001744466047036902}},&quot;opacity&quot;:1,&quot;image&quot;:{&quot;url&quot;:&quot;https://icons.biorender.com/biorender/5bf5c7a77b46df1200f6b938/20181121210216/image/dynein.png&quot;,&quot;size&quot;:{&quot;x&quot;:490,&quot;y&quot;:633},&quot;isPremium&quot;:false,&quot;isPacked&quot;:true},&quot;source&quot;:{&quot;id&quot;:&quot;5bf5c7a77b46df1200f6b938&quot;,&quot;type&quot;:&quot;ASSETS&quot;},&quot;pathStyles&quot;:[{&quot;type&quot;:&quot;FILL&quot;,&quot;fillStyle&quot;:&quot;rgb(0,0,0)&quot;}],&quot;isLocked&quot;:false,&quot;parent&quot;:{&quot;type&quot;:&quot;CHILD&quot;,&quot;parentId&quot;:&quot;7fc5af53-2cd0-49b6-9b2a-ec7a6a93c18d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66aa3e1b-9474-45c3-b2c8-37dc55c9e33a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66aa3e1b-9474-45c3-b2c8-37dc55c9e33a&quot;:{&quot;type&quot;:&quot;FIGURE_OBJECT&quot;,&quot;id&quot;:&quot;66aa3e1b-9474-45c3-b2c8-37dc55c9e33a&quot;,&quot;relativeTransform&quot;:{&quot;translate&quot;:{&quot;x&quot;:-214.5,&quot;y&quot;:-106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2&quot;},&quot;connectorInfo&quot;:{&quot;connectedObjects&quot;:[],&quot;type&quot;:&quot;LINE&quot;,&quot;offset&quot;:{&quot;x&quot;:0,&quot;y&quot;:0},&quot;bending&quot;:0.1,&quot;firstElementIsHead&quot;:true,&quot;customized&quot;:false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e0dbec9c-56c7-427e-a931-ece8d86e09e3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e0dbec9c-56c7-427e-a931-ece8d86e09e3&quot;:{&quot;type&quot;:&quot;FIGURE_OBJECT&quot;,&quot;id&quot;:&quot;e0dbec9c-56c7-427e-a931-ece8d86e09e3&quot;,&quot;relativeTransform&quot;:{&quot;translate&quot;:{&quot;x&quot;:85.97899999999998,&quot;y&quot;:-243.5},&quot;rotate&quot;:0,&quot;skewX&quot;:0,&quot;scale&quot;:{&quot;x&quot;:1,&quot;y&quot;:1}},&quot;opacity&quot;:1,&quot;path&quot;:{&quot;type&quot;:&quot;ARROW&quot;,&quot;size&quot;:{&quot;x&quot;:215.95799999999997,&quot;y&quot;:68},&quot;tipOffsetLeft&quot;:35,&quot;wingsOffsetRight&quot;:35},&quot;isLocked&quot;:false,&quot;pathStyles&quot;:[{&quot;type&quot;:&quot;FILL&quot;,&quot;fillStyle&quot;:&quot;rgba(63, 120, 193, 1)&quot;},{&quot;type&quot;:&quot;STROKE&quot;,&quot;strokeStyle&quot;:&quot;rgba(19,54,122,1)&quot;,&quot;lineWidth&quot;:2,&quot;lineJoin&quot;:&quot;round&quot;}],&quot;parent&quot;:{&quot;type&quot;:&quot;CHILD&quot;,&quot;parentId&quot;:&quot;b2c6bbb4-888a-4f48-9c93-09180d365912&quot;,&quot;order&quot;:&quot;06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195f7d1c-4fa4-4d23-89c1-659cfb739b5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195f7d1c-4fa4-4d23-89c1-659cfb739b55&quot;:{&quot;relativeTransform&quot;:{&quot;translate&quot;:{&quot;x&quot;:729.3279502576844,&quot;y&quot;:846.3322583804352},&quot;rotate&quot;:0,&quot;skewX&quot;:0,&quot;scale&quot;:{&quot;x&quot;:1,&quot;y&quot;:1}},&quot;type&quot;:&quot;FIGURE_OBJECT&quot;,&quot;id&quot;:&quot;195f7d1c-4fa4-4d23-89c1-659cfb739b55&quot;,&quot;parent&quot;:{&quot;type&quot;:&quot;CHILD&quot;,&quot;parentId&quot;:&quot;b2c6bbb4-888a-4f48-9c93-09180d365912&quot;,&quot;order&quot;:&quot;25&quot;},&quot;name&quot;:&quot;RNA extraction&quot;,&quot;displayName&quot;:&quot;RNA extraction&quot;,&quot;source&quot;:{&quot;id&quot;:&quot;60902039f8361e00a7c38ef3&quot;,&quot;type&quot;:&quot;ASSETS&quot;},&quot;isPremium&quot;:true},&quot;35b2fd26-128e-4ecc-905b-4a9ed5ae99b4&quot;:{&quot;type&quot;:&quot;FIGURE_OBJECT&quot;,&quot;id&quot;:&quot;35b2fd26-128e-4ecc-905b-4a9ed5ae99b4&quot;,&quot;name&quot;:&quot;Eppendorf tube (1/3 liquid, closed)&quot;,&quot;relativeTransform&quot;:{&quot;translate&quot;:{&quot;x&quot;:-707.8521117829374,&quot;y&quot;:-940.0329850989116},&quot;rotate&quot;:0,&quot;skewX&quot;:0,&quot;scale&quot;:{&quot;x&quot;:0.19618586503137672,&quot;y&quot;:0.19618586503137675}},&quot;opacity&quot;:1,&quot;image&quot;:{&quot;url&quot;:&quot;https://icons.biorender.com/biorender/5e41d9c2e250000028d2f72e/eppendorf-tube-1-3-closed.png&quot;,&quot;size&quot;:{&quot;x&quot;:162,&quot;y&quot;:352},&quot;isPremium&quot;:false,&quot;isPacked&quot;:true},&quot;source&quot;:{&quot;id&quot;:&quot;5e41d978e250000028d2f71e&quot;,&quot;type&quot;:&quot;ASSETS&quot;},&quot;pathStyles&quot;:[{&quot;type&quot;:&quot;FILL&quot;,&quot;fillStyle&quot;:&quot;rgb(0,0,0)&quot;}],&quot;isLocked&quot;:false,&quot;parent&quot;:{&quot;type&quot;:&quot;CHILD&quot;,&quot;parentId&quot;:&quot;195f7d1c-4fa4-4d23-89c1-659cfb739b55&quot;,&quot;order&quot;:&quot;05&quot;}},&quot;4a131f83-d625-4fe9-a11c-d9f1507d0c60&quot;:{&quot;type&quot;:&quot;FIGURE_OBJECT&quot;,&quot;id&quot;:&quot;4a131f83-d625-4fe9-a11c-d9f1507d0c60&quot;,&quot;relativeTransform&quot;:{&quot;translate&quot;:{&quot;x&quot;:-705.9118296137366,&quot;y&quot;:-952.6029499725403},&quot;rotate&quot;:0},&quot;opacity&quot;:0.75,&quot;path&quot;:{&quot;type&quot;:&quot;RECT&quot;,&quot;size&quot;:{&quot;x&quot;:12.27029815913519,&quot;y&quot;:25.12787481979796},&quot;cornerRounding&quot;:{&quot;type&quot;:&quot;ARC_LENGTH&quot;,&quot;global&quot;:0}},&quot;pathStyles&quot;:[{&quot;type&quot;:&quot;FILL&quot;,&quot;fillStyle&quot;:&quot;rgba(220, 226, 226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1&quot;}},&quot;908a76dd-9d35-46f4-8ebb-2d9dc83099fe&quot;:{&quot;type&quot;:&quot;FIGURE_OBJECT&quot;,&quot;id&quot;:&quot;908a76dd-9d35-46f4-8ebb-2d9dc83099fe&quot;,&quot;relativeTransform&quot;:{&quot;translate&quot;:{&quot;x&quot;:-705.9396297794893,&quot;y&quot;:-939.0903319063274},&quot;rotate&quot;:0},&quot;opacity&quot;:0.75,&quot;path&quot;:{&quot;type&quot;:&quot;RECT&quot;,&quot;size&quot;:{&quot;x&quot;:8.051623006150168,&quot;y&quot;:2.578465373570749},&quot;cornerRounding&quot;:{&quot;type&quot;:&quot;ARC_LENGTH&quot;,&quot;global&quot;:0}},&quot;pathStyles&quot;:[{&quot;type&quot;:&quot;FILL&quot;,&quot;fillStyle&quot;:&quot;rgba(203, 209, 209, 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&quot;}},&quot;80111e7a-2b64-4bc4-bc5e-08e157021113&quot;:{&quot;type&quot;:&quot;FIGURE_OBJECT&quot;,&quot;id&quot;:&quot;80111e7a-2b64-4bc4-bc5e-08e157021113&quot;,&quot;relativeTransform&quot;:{&quot;translate&quot;:{&quot;x&quot;:-705.9535298623658,&quot;y&quot;:-966.2510938467976},&quot;rotate&quot;:0},&quot;opacity&quot;:0.75,&quot;path&quot;:{&quot;type&quot;:&quot;RECT&quot;,&quot;size&quot;:{&quot;x&quot;:16.634924182322333,&quot;y&quot;:2.578465373570749},&quot;cornerRounding&quot;:{&quot;type&quot;:&quot;ARC_LENGTH&quot;,&quot;global&quot;:0}},&quot;pathStyles&quot;:[{&quot;type&quot;:&quot;FILL&quot;,&quot;fillStyle&quot;:&quot;rgba(197,201,201,1)&quot;},{&quot;type&quot;:&quot;STROKE&quot;,&quot;strokeStyle&quot;:&quot;rgba(121,121,121,1)&quot;,&quot;lineWidth&quot;:0.34750207190980437,&quot;lineJoin&quot;:&quot;round&quot;,&quot;dashArray&quot;:[0,0]}],&quot;isLocked&quot;:false,&quot;parent&quot;:{&quot;type&quot;:&quot;CHILD&quot;,&quot;parentId&quot;:&quot;195f7d1c-4fa4-4d23-89c1-659cfb739b55&quot;,&quot;order&quot;:&quot;25&quot;}},&quot;9b68c513-692e-475c-a5cd-23b45c6a3d89&quot;:{&quot;type&quot;:&quot;FIGURE_OBJECT&quot;,&quot;id&quot;:&quot;9b68c513-692e-475c-a5cd-23b45c6a3d89&quot;,&quot;relativeTransform&quot;:{&quot;translate&quot;:{&quot;x&quot;:-705.7669688020839,&quot;y&quot;:-941.7021495882531},&quot;rotate&quot;:0},&quot;opacity&quot;:1,&quot;path&quot;:{&quot;type&quot;:&quot;RECT&quot;,&quot;size&quot;:{&quot;x&quot;:10.466762405923308,&quot;y&quot;:1.7722605667400027},&quot;cornerRounding&quot;:{&quot;type&quot;:&quot;ARC_LENGTH&quot;,&quot;global&quot;:0}},&quot;pathStyles&quot;:[{&quot;type&quot;:&quot;FILL&quot;,&quot;fillStyle&quot;:&quot;rgba(41,55,124,1)&quot;},{&quot;type&quot;:&quot;STROKE&quot;,&quot;strokeStyle&quot;:&quot;transparent&quot;,&quot;lineWidth&quot;:0,&quot;lineJoin&quot;:&quot;round&quot;,&quot;dashArray&quot;:[0,0]}],&quot;isLocked&quot;:false,&quot;parent&quot;:{&quot;type&quot;:&quot;CHILD&quot;,&quot;parentId&quot;:&quot;195f7d1c-4fa4-4d23-89c1-659cfb739b55&quot;,&quot;order&quot;:&quot;3&quot;}},&quot;af32cd2f-7d83-4819-bfe3-f3b173a63a55&quot;:{&quot;type&quot;:&quot;FIGURE_OBJECT&quot;,&quot;id&quot;:&quot;af32cd2f-7d83-4819-bfe3-f3b173a63a55&quot;,&quot;name&quot;:&quot;dsDNA brush 2 (wavy) &quot;,&quot;relativeTransform&quot;:{&quot;translate&quot;:{&quot;x&quot;:-640.1273142058535,&quot;y&quot;:-979.7595107267325},&quot;rotate&quot;:0},&quot;opacity&quot;:1,&quot;source&quot;:{&quot;id&quot;:&quot;5ee8e281a8cc7b00af3291a9&quot;,&quot;type&quot;:&quot;ASSETS&quot;},&quot;path&quot;:{&quot;type&quot;:&quot;POLY_LINE&quot;,&quot;points&quot;:[{&quot;x&quot;:-27.71715653047526,&quot;y&quot;:-0.7405560502243849},{&quot;x&quot;:-13.31863365750106,&quot;y&quot;:3.316140539040511},{&quot;x&quot;:12.598707513852483,&quot;y&quot;:-3.058668386947222},{&quot;x&quot;:27.71715653047526,&quot;y&quot;:-0.7405560502243849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02f691ca-21cb-4bc7-82bc-dea15dade083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&quot;},&quot;isPremium&quot;:true},&quot;d5547cff-4d46-4e64-a063-a72a116e8f93&quot;:{&quot;type&quot;:&quot;FIGURE_OBJECT&quot;,&quot;id&quot;:&quot;d5547cff-4d46-4e64-a063-a72a116e8f93&quot;,&quot;name&quot;:&quot;dsDNA brush 2 (wavy) &quot;,&quot;relativeTransform&quot;:{&quot;translate&quot;:{&quot;x&quot;:-648.131428701216,&quot;y&quot;:-959.095963449297},&quot;rotate&quot;:0},&quot;opacity&quot;:1,&quot;source&quot;:{&quot;id&quot;:&quot;5ee8e281a8cc7b00af3291a9&quot;,&quot;type&quot;:&quot;ASSETS&quot;},&quot;path&quot;:{&quot;type&quot;:&quot;POLY_LINE&quot;,&quot;points&quot;:[{&quot;x&quot;:-18.760594754774637,&quot;y&quot;:-7.464966112362346},{&quot;x&quot;:-4.413562267629486,&quot;y&quot;:6.307912716235389},{&quot;x&quot;:18.760594754774637,&quot;y&quot;:7.464966112362346}],&quot;closed&quot;:false},&quot;pathStyles&quot;:[{&quot;type&quot;:&quot;FILL&quot;,&quot;fillStyle&quot;:&quot;rgba(0,0,0,0)&quot;},{&quot;type&quot;:&quot;STROKE&quot;,&quot;strokeStyle&quot;:&quot;rgba(0,0,0,0)&quot;,&quot;lineWidth&quot;:5.759409149189665,&quot;lineJoin&quot;:&quot;round&quot;}],&quot;pathSmoothing&quot;:{&quot;type&quot;:&quot;CATMULL_SMOOTHING&quot;,&quot;smoothing&quot;:0.2},&quot;pathPattern&quot;:{&quot;type&quot;:&quot;ROW&quot;,&quot;patternId&quot;:&quot;b26746a4-35e8-4290-babb-6cf3c739eea4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55&quot;},&quot;isPremium&quot;:true},&quot;27d1ec4b-232b-428f-b4f6-6648ebd18cbc&quot;:{&quot;type&quot;:&quot;FIGURE_OBJECT&quot;,&quot;id&quot;:&quot;27d1ec4b-232b-428f-b4f6-6648ebd18cbc&quot;,&quot;name&quot;:&quot;dsDNA brush 2 (wavy) &quot;,&quot;relativeTransform&quot;:{&quot;translate&quot;:{&quot;x&quot;:-620.4362187484107,&quot;y&quot;:-951.8598962699133},&quot;rotate&quot;:0},&quot;opacity&quot;:1,&quot;source&quot;:{&quot;id&quot;:&quot;5ee8e281a8cc7b00af3291a9&quot;,&quot;type&quot;:&quot;ASSETS&quot;},&quot;path&quot;:{&quot;type&quot;:&quot;POLY_LINE&quot;,&quot;points&quot;:[{&quot;x&quot;:5.324302099448735,&quot;y&quot;:-18.097047215234298},{&quot;x&quot;:5.324302099448735,&quot;y&quot;:-3.016174535872414},{&quot;x&quot;:-4.478265142136518,&quot;y&quot;:10.556610875553265},{&quot;x&quot;:-6.740396044040829,&quot;y&quot;:18.097047215234298}],&quot;closed&quot;:false},&quot;pathStyles&quot;:[{&quot;type&quot;:&quot;FILL&quot;,&quot;fillStyle&quot;:&quot;rgba(0,0,0,0)&quot;},{&quot;type&quot;:&quot;STROKE&quot;,&quot;strokeStyle&quot;:&quot;rgba(0,0,0,0)&quot;,&quot;lineWidth&quot;:5.759409149189664,&quot;lineJoin&quot;:&quot;round&quot;}],&quot;pathSmoothing&quot;:{&quot;type&quot;:&quot;CATMULL_SMOOTHING&quot;,&quot;smoothing&quot;:0.2},&quot;pathPattern&quot;:{&quot;type&quot;:&quot;ROW&quot;,&quot;patternId&quot;:&quot;39a3b7a5-975b-4fcc-9afe-b1280c392ada&quot;,&quot;patternTransform&quot;:{&quot;translate&quot;:{&quot;x&quot;:-0.003164556962025317,&quot;y&quot;:-0.5},&quot;rotate&quot;:0,&quot;skewX&quot;:0,&quot;scale&quot;:{&quot;x&quot;:0.012658227848101266,&quot;y&quot;:0.012658227848101266}},&quot;xUnits&quot;:&quot;STROKE_WIDTH&quot;,&quot;yUnits&quot;:&quot;STROKE_WIDTH&quot;,&quot;bending&quot;:true,&quot;repeat&quot;:{&quot;distance&quot;:0.6265822784810127,&quot;align&quot;:&quot;CENTER&quot;},&quot;isPremium&quot;:true},&quot;isLocked&quot;:false,&quot;parent&quot;:{&quot;type&quot;:&quot;CHILD&quot;,&quot;parentId&quot;:&quot;195f7d1c-4fa4-4d23-89c1-659cfb739b55&quot;,&quot;order&quot;:&quot;6&quot;},&quot;isPremium&quot;:true},&quot;83951ac2-6353-490a-a876-8376dd234a3f&quot;:{&quot;type&quot;:&quot;FIGURE_OBJECT&quot;,&quot;id&quot;:&quot;83951ac2-6353-490a-a876-8376dd234a3f&quot;,&quot;relativeTransform&quot;:{&quot;translate&quot;:{&quot;x&quot;:-674.9271441994191,&quot;y&quot;:-951.5403784255034},&quot;rotate&quot;:0},&quot;opacity&quot;:1,&quot;path&quot;:{&quot;type&quot;:&quot;POLY_LINE&quot;,&quot;points&quot;:[{&quot;x&quot;:1.0275699563444196,&quot;y&quot;:-32.29505577082412},{&quot;x&quot;:-31.561077230578032,&quot;y&quot;:27.76552740325788},{&quot;x&quot;:31.561077230578032,&quot;y&quot;:32.29505577082412}],&quot;closed&quot;:false},&quot;pathStyles&quot;:[{&quot;type&quot;:&quot;FILL&quot;,&quot;fillStyle&quot;:&quot;transparent&quot;},{&quot;type&quot;:&quot;STROKE&quot;,&quot;strokeStyle&quot;:&quot;#232323&quot;,&quot;lineWidth&quot;:0.8807742482952012,&quot;lineJoin&quot;:&quot;round&quot;,&quot;dashArray&quot;:[1.4471551325667869,1.4471551325667869]}],&quot;isLocked&quot;:false,&quot;parent&quot;:{&quot;type&quot;:&quot;CHILD&quot;,&quot;parentId&quot;:&quot;195f7d1c-4fa4-4d23-89c1-659cfb739b55&quot;,&quot;order&quot;:&quot;7&quot;}},&quot;4a0c469b-9a02-4551-9aae-39b117f5a415&quot;:{&quot;type&quot;:&quot;FIGURE_OBJECT&quot;,&quot;id&quot;:&quot;4a0c469b-9a02-4551-9aae-39b117f5a415&quot;,&quot;relativeTransform&quot;:{&quot;translate&quot;:{&quot;x&quot;:-639.5278858123617,&quot;y&quot;:-959.3802234850766},&quot;rotate&quot;:0},&quot;opacity&quot;:1,&quot;path&quot;:{&quot;type&quot;:&quot;ELLIPSE&quot;,&quot;size&quot;:{&quot;x&quot;:82.24230429494327,&quot;y&quot;:80.67779202115742}},&quot;pathStyles&quot;:[{&quot;type&quot;:&quot;FILL&quot;,&quot;fillStyle&quot;:&quot;rgba(0,0,0,0)&quot;},{&quot;type&quot;:&quot;STROKE&quot;,&quot;strokeStyle&quot;:&quot;rgba(23,23,23,1)&quot;,&quot;lineWidth&quot;:0.8807742482952012,&quot;lineJoin&quot;:&quot;round&quot;}],&quot;isLocked&quot;:false,&quot;parent&quot;:{&quot;type&quot;:&quot;CHILD&quot;,&quot;parentId&quot;:&quot;195f7d1c-4fa4-4d23-89c1-659cfb739b55&quot;,&quot;order&quot;:&quot;8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76abdda8-292c-4f5a-b14e-431911bedeb6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76abdda8-292c-4f5a-b14e-431911bedeb6&quot;:{&quot;type&quot;:&quot;FIGURE_OBJECT&quot;,&quot;id&quot;:&quot;76abdda8-292c-4f5a-b14e-431911bedeb6&quot;,&quot;relativeTransform&quot;:{&quot;translate&quot;:{&quot;x&quot;:-52.73400000000001,&quot;y&quot;:-104.5},&quot;rotate&quot;:0,&quot;skewX&quot;:0,&quot;scale&quot;:{&quot;x&quot;:1,&quot;y&quot;:1}},&quot;opacity&quot;:1,&quot;path&quot;:{&quot;type&quot;:&quot;POLY_LINE&quot;,&quot;points&quot;:[{&quot;x&quot;:-46,&quot;y&quot;:0},{&quot;x&quot;:46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b2c6bbb4-888a-4f48-9c93-09180d365912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1bb76ddb-aed8-4467-b689-f4e6e68e44fa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1bb76ddb-aed8-4467-b689-f4e6e68e44fa&quot;:{&quot;type&quot;:&quot;FIGURE_OBJECT&quot;,&quot;id&quot;:&quot;1bb76ddb-aed8-4467-b689-f4e6e68e44fa&quot;,&quot;relativeTransform&quot;:{&quot;translate&quot;:{&quot;x&quot;:297,&quot;y&quot;:-243.5},&quot;rotate&quot;:0,&quot;skewX&quot;:0,&quot;scale&quot;:{&quot;x&quot;:1,&quot;y&quot;:1}},&quot;opacity&quot;:1,&quot;path&quot;:{&quot;type&quot;:&quot;ARROW&quot;,&quot;size&quot;:{&quot;x&quot;:242,&quot;y&quot;:68},&quot;tipOffsetLeft&quot;:35,&quot;wingsOffsetRight&quot;:35},&quot;isLocked&quot;:false,&quot;pathStyles&quot;:[{&quot;type&quot;:&quot;FILL&quot;,&quot;fillStyle&quot;:&quot;rgba(41, 56, 111, 1)&quot;},{&quot;type&quot;:&quot;STROKE&quot;,&quot;strokeStyle&quot;:&quot;rgba(11, 16, 60, 1)&quot;,&quot;lineWidth&quot;:2,&quot;lineJoin&quot;:&quot;round&quot;}],&quot;parent&quot;:{&quot;type&quot;:&quot;CHILD&quot;,&quot;parentId&quot;:&quot;b2c6bbb4-888a-4f48-9c93-09180d365912&quot;,&quot;order&quot;:&quot;27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cec6b0d629a499caa1820e"/>
  <p:tag name="FIGURESLIDEID" val="b2c6bbb4-888a-4f48-9c93-09180d365912"/>
  <p:tag name="SELECTIONIDS" val="50542470-ab2e-49a4-abe6-d58d56e3d1b5"/>
  <p:tag name="TRANSPARENTBACKGROUND" val="true"/>
  <p:tag name="VERSION" val="1758381922937"/>
  <p:tag name="TITLE" val="Exosome Subgroup AWG"/>
  <p:tag name="CREATORNAME" val="Khaled Kamal"/>
  <p:tag name="DATEINSERTED" val="1758381927973"/>
  <p:tag name="DPI" val="300"/>
  <p:tag name="BIOJSON" val="{&quot;id&quot;:&quot;b9e82011-b344-4289-a58e-1f7166a3feb3&quot;,&quot;objects&quot;:{&quot;50542470-ab2e-49a4-abe6-d58d56e3d1b5&quot;:{&quot;relativeTransform&quot;:{&quot;translate&quot;:{&quot;x&quot;:258.3403485269928,&quot;y&quot;:-122.30841865557491},&quot;rotate&quot;:0,&quot;skewX&quot;:0,&quot;scale&quot;:{&quot;x&quot;:1,&quot;y&quot;:1}},&quot;type&quot;:&quot;FIGURE_OBJECT&quot;,&quot;id&quot;:&quot;50542470-ab2e-49a4-abe6-d58d56e3d1b5&quot;,&quot;parent&quot;:{&quot;type&quot;:&quot;CHILD&quot;,&quot;parentId&quot;:&quot;b2c6bbb4-888a-4f48-9c93-09180d365912&quot;,&quot;order&quot;:&quot;77&quot;},&quot;name&quot;:&quot;Sequencer (Illumina NextSeq 500) with DNA sequencing stream&quot;,&quot;displayName&quot;:&quot;Sequencer (Illumina NextSeq 500) with DNA sequencing stream&quot;,&quot;source&quot;:{&quot;id&quot;:&quot;62d1be7f10aad9da4c2c4ca3&quot;,&quot;type&quot;:&quot;ASSETS&quot;},&quot;isPremium&quot;:true},&quot;8186b202-8cbc-4e59-8f71-9673017bb8d0&quot;:{&quot;id&quot;:&quot;8186b202-8cbc-4e59-8f71-9673017bb8d0&quot;,&quot;name&quot;:&quot;DNA sequencing stream&quot;,&quot;displayName&quot;:&quot;&quot;,&quot;type&quot;:&quot;FIGURE_OBJECT&quot;,&quot;relativeTransform&quot;:{&quot;translate&quot;:{&quot;x&quot;:106.15965147300722,&quot;y&quot;:15.247826758924116},&quot;rotate&quot;:0,&quot;skewX&quot;:0,&quot;scale&quot;:{&quot;x&quot;:0.6133333333333333,&quot;y&quot;:0.6633333333333333}},&quot;image&quot;:{&quot;url&quot;:&quot;https://icons.biorender.com/biorender/62d1bdfa19645e0028e73845/dna-sequencing-stream.png&quot;,&quot;isPremium&quot;:false,&quot;size&quot;:{&quot;x&quot;:300,&quot;y&quot;:109.09090909090908}},&quot;source&quot;:{&quot;id&quot;:&quot;62d1ac3919645e0028e737ac&quot;,&quot;type&quot;:&quot;ASSETS&quot;},&quot;isPremium&quot;:false,&quot;parent&quot;:{&quot;type&quot;:&quot;CHILD&quot;,&quot;parentId&quot;:&quot;50542470-ab2e-49a4-abe6-d58d56e3d1b5&quot;,&quot;order&quot;:&quot;5&quot;}},&quot;44cb24da-f4fd-4dd5-9322-3c526d4e9a11&quot;:{&quot;id&quot;:&quot;44cb24da-f4fd-4dd5-9322-3c526d4e9a11&quot;,&quot;name&quot;:&quot;Sequencer (Illumina NextSeq 500)&quot;,&quot;displayName&quot;:&quot;&quot;,&quot;type&quot;:&quot;FIGURE_OBJECT&quot;,&quot;relativeTransform&quot;:{&quot;translate&quot;:{&quot;x&quot;:95.00019447581698,&quot;y&quot;:-16.566550698111932},&quot;rotate&quot;:0,&quot;skewX&quot;:0,&quot;scale&quot;:{&quot;x&quot;:0.6133333333333333,&quot;y&quot;:0.6633333333333333}},&quot;image&quot;:{&quot;url&quot;:&quot;https://icons.biorender.com/biorender/5f35b0be8d485800287e5251/20200813213323/image/sequencer-illumina-nextseq-500.png&quot;,&quot;isPremium&quot;:true,&quot;size&quot;:{&quot;x&quot;:175,&quot;y&quot;:173.8095238095238}},&quot;source&quot;:{&quot;id&quot;:&quot;5f35b0be8d485800287e5251&quot;,&quot;type&quot;:&quot;ASSETS&quot;},&quot;isPremium&quot;:true,&quot;parent&quot;:{&quot;type&quot;:&quot;CHILD&quot;,&quot;parentId&quot;:&quot;50542470-ab2e-49a4-abe6-d58d56e3d1b5&quot;,&quot;order&quot;:&quot;2&quot;}},&quot;b2c6bbb4-888a-4f48-9c93-09180d365912&quot;:{&quot;id&quot;:&quot;b2c6bbb4-888a-4f48-9c93-09180d365912&quot;,&quot;type&quot;:&quot;FIGURE_OBJECT&quot;,&quot;document&quot;:{&quot;type&quot;:&quot;FIGURE&quot;,&quot;canvasType&quot;:&quot;FIGURE&quot;,&quot;units&quot;:&quot;in&quot;},&quot;parent&quot;:{&quot;type&quot;:&quot;DOCUMENT&quot;,&quot;parentId&quot;:&quot;b9e82011-b344-4289-a58e-1f7166a3feb3&quot;,&quot;order&quot;:&quot;55&quot;}},&quot;b9e82011-b344-4289-a58e-1f7166a3feb3&quot;:{&quot;id&quot;:&quot;b9e82011-b344-4289-a58e-1f7166a3feb3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1411</Words>
  <Application>Microsoft Macintosh PowerPoint</Application>
  <PresentationFormat>Widescreen</PresentationFormat>
  <Paragraphs>180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Californian FB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Replication Trials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Replication Trials</vt:lpstr>
      <vt:lpstr>PowerPoint Presentation</vt:lpstr>
      <vt:lpstr>PowerPoint Presentation</vt:lpstr>
      <vt:lpstr>PowerPoint Presentation</vt:lpstr>
      <vt:lpstr>PowerPoint Presentation</vt:lpstr>
      <vt:lpstr>Partial Replication Trial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  <vt:lpstr>Conclusion</vt:lpstr>
      <vt:lpstr>Take-Home Message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AbdelroufOmar</dc:creator>
  <cp:lastModifiedBy>Dapour, Abdelraouf O A A</cp:lastModifiedBy>
  <cp:revision>14</cp:revision>
  <dcterms:created xsi:type="dcterms:W3CDTF">2025-09-25T14:23:03Z</dcterms:created>
  <dcterms:modified xsi:type="dcterms:W3CDTF">2026-05-09T07:09:44Z</dcterms:modified>
</cp:coreProperties>
</file>